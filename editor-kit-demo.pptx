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335000" cy="8382000"/>
  <p:notesSz cx="8382000" cy="1333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image" Target="../media/image-1-61.png"/><Relationship Id="rId62" Type="http://schemas.openxmlformats.org/officeDocument/2006/relationships/image" Target="../media/image-1-62.svg"/><Relationship Id="rId63" Type="http://schemas.openxmlformats.org/officeDocument/2006/relationships/image" Target="../media/image-1-63.png"/><Relationship Id="rId64" Type="http://schemas.openxmlformats.org/officeDocument/2006/relationships/image" Target="../media/image-1-64.sv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png"/><Relationship Id="rId78" Type="http://schemas.openxmlformats.org/officeDocument/2006/relationships/image" Target="../media/image-1-78.svg"/><Relationship Id="rId79" Type="http://schemas.openxmlformats.org/officeDocument/2006/relationships/image" Target="../media/image-1-79.png"/><Relationship Id="rId80" Type="http://schemas.openxmlformats.org/officeDocument/2006/relationships/image" Target="../media/image-1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00" cy="304800"/>
          </a:xfrm>
          <a:prstGeom prst="rect">
            <a:avLst/>
          </a:prstGeom>
          <a:solidFill>
            <a:srgbClr val="1517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5275"/>
            <a:ext cx="1333500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4" name="Shape 2"/>
          <p:cNvSpPr/>
          <p:nvPr/>
        </p:nvSpPr>
        <p:spPr>
          <a:xfrm>
            <a:off x="1507927" y="0"/>
            <a:ext cx="9525" cy="29527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" y="52388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8B6FFF"/>
          </a:solidFill>
          <a:ln/>
          <a:effectLst>
            <a:outerShdw sx="100000" sy="100000" kx="0" ky="0" algn="bl" rotWithShape="0" blurRad="228600" dist="50800" dir="162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" y="90488"/>
            <a:ext cx="114300" cy="114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950" y="71438"/>
            <a:ext cx="11174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spc="53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EDITOR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1622227" y="0"/>
            <a:ext cx="4269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2182564" y="0"/>
            <a:ext cx="270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2586335" y="0"/>
            <a:ext cx="270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2990106" y="0"/>
            <a:ext cx="4978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3621286" y="0"/>
            <a:ext cx="3184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073128" y="0"/>
            <a:ext cx="3079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</a:t>
            </a:r>
            <a:endParaRPr lang="en-US" sz="888" dirty="0"/>
          </a:p>
        </p:txBody>
      </p:sp>
      <p:sp>
        <p:nvSpPr>
          <p:cNvPr id="14" name="Shape 11"/>
          <p:cNvSpPr/>
          <p:nvPr/>
        </p:nvSpPr>
        <p:spPr>
          <a:xfrm>
            <a:off x="10775305" y="42863"/>
            <a:ext cx="2502545" cy="209550"/>
          </a:xfrm>
          <a:prstGeom prst="roundRect">
            <a:avLst>
              <a:gd name="adj" fmla="val 18182"/>
            </a:avLst>
          </a:prstGeom>
          <a:ln w="9525">
            <a:solidFill>
              <a:srgbClr val="35376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1030" y="95250"/>
            <a:ext cx="104775" cy="1047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32480" y="80963"/>
            <a:ext cx="1616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actions, panels, clips…</a:t>
            </a:r>
            <a:endParaRPr lang="en-US" sz="888" dirty="0"/>
          </a:p>
        </p:txBody>
      </p:sp>
      <p:sp>
        <p:nvSpPr>
          <p:cNvPr id="17" name="Shape 13"/>
          <p:cNvSpPr/>
          <p:nvPr/>
        </p:nvSpPr>
        <p:spPr>
          <a:xfrm>
            <a:off x="12639675" y="61912"/>
            <a:ext cx="247650" cy="171450"/>
          </a:xfrm>
          <a:prstGeom prst="roundRect">
            <a:avLst>
              <a:gd name="adj" fmla="val 16667"/>
            </a:avLst>
          </a:prstGeom>
          <a:ln w="9525">
            <a:solidFill>
              <a:srgbClr val="3537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649200" y="71438"/>
            <a:ext cx="228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</a:t>
            </a:r>
            <a:endParaRPr lang="en-US" sz="720" dirty="0"/>
          </a:p>
        </p:txBody>
      </p:sp>
      <p:sp>
        <p:nvSpPr>
          <p:cNvPr id="19" name="Shape 15"/>
          <p:cNvSpPr/>
          <p:nvPr/>
        </p:nvSpPr>
        <p:spPr>
          <a:xfrm>
            <a:off x="12954000" y="61912"/>
            <a:ext cx="247650" cy="171450"/>
          </a:xfrm>
          <a:prstGeom prst="roundRect">
            <a:avLst>
              <a:gd name="adj" fmla="val 16667"/>
            </a:avLst>
          </a:prstGeom>
          <a:ln w="9525">
            <a:solidFill>
              <a:srgbClr val="3537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963525" y="71438"/>
            <a:ext cx="228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0" y="304800"/>
            <a:ext cx="13335000" cy="533400"/>
          </a:xfrm>
          <a:prstGeom prst="rect">
            <a:avLst/>
          </a:prstGeom>
          <a:solidFill>
            <a:srgbClr val="151728"/>
          </a:solidFill>
          <a:ln/>
        </p:spPr>
      </p:sp>
      <p:sp>
        <p:nvSpPr>
          <p:cNvPr id="22" name="Shape 18"/>
          <p:cNvSpPr/>
          <p:nvPr/>
        </p:nvSpPr>
        <p:spPr>
          <a:xfrm>
            <a:off x="0" y="828675"/>
            <a:ext cx="1333500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23" name="Shape 19"/>
          <p:cNvSpPr/>
          <p:nvPr/>
        </p:nvSpPr>
        <p:spPr>
          <a:xfrm>
            <a:off x="114300" y="428625"/>
            <a:ext cx="1145977" cy="323850"/>
          </a:xfrm>
          <a:prstGeom prst="roundRect">
            <a:avLst>
              <a:gd name="adj" fmla="val 17647"/>
            </a:avLst>
          </a:prstGeom>
          <a:solidFill>
            <a:srgbClr val="8B6FFF"/>
          </a:solidFill>
          <a:ln/>
          <a:effectLst>
            <a:outerShdw sx="100000" sy="100000" kx="0" ky="0" algn="bl" rotWithShape="0" blurRad="76200" dist="19050" dir="5400000">
              <a:srgbClr val="6C47FF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291405" y="505569"/>
            <a:ext cx="5366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8" b="1" spc="53" kern="0" dirty="0">
                <a:solidFill>
                  <a:srgbClr val="0E0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888" dirty="0"/>
          </a:p>
        </p:txBody>
      </p:sp>
      <p:sp>
        <p:nvSpPr>
          <p:cNvPr id="25" name="Text 21"/>
          <p:cNvSpPr/>
          <p:nvPr/>
        </p:nvSpPr>
        <p:spPr>
          <a:xfrm>
            <a:off x="845046" y="514350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6" b="1" dirty="0">
                <a:solidFill>
                  <a:srgbClr val="0E0820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⌘O</a:t>
            </a:r>
            <a:endParaRPr lang="en-US" sz="696" dirty="0"/>
          </a:p>
        </p:txBody>
      </p:sp>
      <p:sp>
        <p:nvSpPr>
          <p:cNvPr id="26" name="Shape 22"/>
          <p:cNvSpPr/>
          <p:nvPr/>
        </p:nvSpPr>
        <p:spPr>
          <a:xfrm>
            <a:off x="1346002" y="447675"/>
            <a:ext cx="2509540" cy="285750"/>
          </a:xfrm>
          <a:prstGeom prst="roundRect">
            <a:avLst>
              <a:gd name="adj" fmla="val 20000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412677" y="485775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91B30"/>
          </a:solidFill>
          <a:ln w="9525">
            <a:solidFill>
              <a:srgbClr val="35376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660327" y="514350"/>
            <a:ext cx="1090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interview-cut-3</a:t>
            </a:r>
            <a:endParaRPr lang="en-US" sz="888" dirty="0"/>
          </a:p>
        </p:txBody>
      </p:sp>
      <p:sp>
        <p:nvSpPr>
          <p:cNvPr id="29" name="Text 25"/>
          <p:cNvSpPr/>
          <p:nvPr/>
        </p:nvSpPr>
        <p:spPr>
          <a:xfrm>
            <a:off x="2750641" y="533400"/>
            <a:ext cx="876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2" spc="47" kern="0" dirty="0">
                <a:solidFill>
                  <a:srgbClr val="8889A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1080P · 24 FPS</a:t>
            </a:r>
            <a:endParaRPr lang="en-US" sz="672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5041" y="542925"/>
            <a:ext cx="95250" cy="9525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486126" y="304800"/>
            <a:ext cx="2476500" cy="571500"/>
          </a:xfrm>
          <a:prstGeom prst="roundRect">
            <a:avLst>
              <a:gd name="adj" fmla="val 50000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533751" y="447675"/>
            <a:ext cx="285750" cy="285750"/>
          </a:xfrm>
          <a:prstGeom prst="ellipse">
            <a:avLst/>
          </a:prstGeom>
          <a:solidFill>
            <a:srgbClr val="8B6FFF">
              <a:alpha val="14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4562326" y="466725"/>
            <a:ext cx="228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792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8564" y="528638"/>
            <a:ext cx="123825" cy="123825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2414" y="528638"/>
            <a:ext cx="123825" cy="12382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524351" y="390525"/>
            <a:ext cx="400050" cy="400050"/>
          </a:xfrm>
          <a:prstGeom prst="ellipse">
            <a:avLst/>
          </a:prstGeom>
          <a:solidFill>
            <a:srgbClr val="8B6FFF"/>
          </a:solidFill>
          <a:ln/>
          <a:effectLst>
            <a:outerShdw sx="100000" sy="100000" kx="0" ky="0" algn="bl" rotWithShape="0" blurRad="228600" dist="50800" dir="16200000">
              <a:srgbClr val="000000">
                <a:alpha val="3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2939" y="519113"/>
            <a:ext cx="142875" cy="142875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62514" y="528638"/>
            <a:ext cx="123825" cy="123825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86364" y="528638"/>
            <a:ext cx="123825" cy="12382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6629251" y="447675"/>
            <a:ext cx="285750" cy="285750"/>
          </a:xfrm>
          <a:prstGeom prst="ellipse">
            <a:avLst/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657826" y="466725"/>
            <a:ext cx="228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792" dirty="0"/>
          </a:p>
        </p:txBody>
      </p:sp>
      <p:sp>
        <p:nvSpPr>
          <p:cNvPr id="42" name="Shape 32"/>
          <p:cNvSpPr/>
          <p:nvPr/>
        </p:nvSpPr>
        <p:spPr>
          <a:xfrm>
            <a:off x="7038826" y="438150"/>
            <a:ext cx="1810048" cy="304800"/>
          </a:xfrm>
          <a:prstGeom prst="roundRect">
            <a:avLst>
              <a:gd name="adj" fmla="val 18750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7153126" y="504825"/>
            <a:ext cx="8935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00:00:14:08</a:t>
            </a:r>
            <a:endParaRPr lang="en-US" sz="975" dirty="0"/>
          </a:p>
        </p:txBody>
      </p:sp>
      <p:sp>
        <p:nvSpPr>
          <p:cNvPr id="44" name="Text 34"/>
          <p:cNvSpPr/>
          <p:nvPr/>
        </p:nvSpPr>
        <p:spPr>
          <a:xfrm>
            <a:off x="8018115" y="504825"/>
            <a:ext cx="1506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889AA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75" dirty="0"/>
          </a:p>
        </p:txBody>
      </p:sp>
      <p:sp>
        <p:nvSpPr>
          <p:cNvPr id="45" name="Text 35"/>
          <p:cNvSpPr/>
          <p:nvPr/>
        </p:nvSpPr>
        <p:spPr>
          <a:xfrm>
            <a:off x="8140154" y="504825"/>
            <a:ext cx="6706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02:34:00</a:t>
            </a:r>
            <a:endParaRPr lang="en-US" sz="975" dirty="0"/>
          </a:p>
        </p:txBody>
      </p:sp>
      <p:sp>
        <p:nvSpPr>
          <p:cNvPr id="46" name="Shape 36"/>
          <p:cNvSpPr/>
          <p:nvPr/>
        </p:nvSpPr>
        <p:spPr>
          <a:xfrm>
            <a:off x="8378577" y="466725"/>
            <a:ext cx="489049" cy="247650"/>
          </a:xfrm>
          <a:prstGeom prst="roundRect">
            <a:avLst>
              <a:gd name="adj" fmla="val 23077"/>
            </a:avLst>
          </a:prstGeom>
          <a:solidFill>
            <a:srgbClr val="8B6FFF">
              <a:alpha val="14000"/>
            </a:srgbClr>
          </a:solidFill>
          <a:ln/>
        </p:spPr>
      </p:sp>
      <p:sp>
        <p:nvSpPr>
          <p:cNvPr id="47" name="Text 37"/>
          <p:cNvSpPr/>
          <p:nvPr/>
        </p:nvSpPr>
        <p:spPr>
          <a:xfrm>
            <a:off x="8449062" y="476250"/>
            <a:ext cx="34807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45" kern="0" dirty="0">
                <a:solidFill>
                  <a:srgbClr val="8B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</a:t>
            </a:r>
            <a:endParaRPr lang="en-US" sz="750" dirty="0"/>
          </a:p>
        </p:txBody>
      </p:sp>
      <p:sp>
        <p:nvSpPr>
          <p:cNvPr id="48" name="Shape 38"/>
          <p:cNvSpPr/>
          <p:nvPr/>
        </p:nvSpPr>
        <p:spPr>
          <a:xfrm>
            <a:off x="8943826" y="466725"/>
            <a:ext cx="557659" cy="247650"/>
          </a:xfrm>
          <a:prstGeom prst="roundRect">
            <a:avLst>
              <a:gd name="adj" fmla="val 23077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9014311" y="476250"/>
            <a:ext cx="41668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</a:t>
            </a:r>
            <a:endParaRPr lang="en-US" sz="750" dirty="0"/>
          </a:p>
        </p:txBody>
      </p:sp>
      <p:sp>
        <p:nvSpPr>
          <p:cNvPr id="50" name="Shape 40"/>
          <p:cNvSpPr/>
          <p:nvPr/>
        </p:nvSpPr>
        <p:spPr>
          <a:xfrm>
            <a:off x="9577685" y="409575"/>
            <a:ext cx="2410271" cy="361950"/>
          </a:xfrm>
          <a:prstGeom prst="roundRect">
            <a:avLst>
              <a:gd name="adj" fmla="val 15789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9672935" y="611832"/>
            <a:ext cx="95250" cy="19050"/>
          </a:xfrm>
          <a:prstGeom prst="roundRect">
            <a:avLst>
              <a:gd name="adj" fmla="val 50000"/>
            </a:avLst>
          </a:prstGeom>
          <a:solidFill>
            <a:srgbClr val="ECEDF5"/>
          </a:solidFill>
          <a:ln/>
        </p:spPr>
      </p:sp>
      <p:sp>
        <p:nvSpPr>
          <p:cNvPr id="52" name="Text 42"/>
          <p:cNvSpPr/>
          <p:nvPr/>
        </p:nvSpPr>
        <p:spPr>
          <a:xfrm>
            <a:off x="9693622" y="677317"/>
            <a:ext cx="129927" cy="12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26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660" dirty="0"/>
          </a:p>
        </p:txBody>
      </p:sp>
      <p:sp>
        <p:nvSpPr>
          <p:cNvPr id="53" name="Shape 43"/>
          <p:cNvSpPr/>
          <p:nvPr/>
        </p:nvSpPr>
        <p:spPr>
          <a:xfrm>
            <a:off x="9777710" y="611832"/>
            <a:ext cx="95250" cy="19050"/>
          </a:xfrm>
          <a:prstGeom prst="roundRect">
            <a:avLst>
              <a:gd name="adj" fmla="val 50000"/>
            </a:avLst>
          </a:prstGeom>
          <a:solidFill>
            <a:srgbClr val="ECEDF5"/>
          </a:solidFill>
          <a:ln/>
        </p:spPr>
      </p:sp>
      <p:sp>
        <p:nvSpPr>
          <p:cNvPr id="54" name="Text 44"/>
          <p:cNvSpPr/>
          <p:nvPr/>
        </p:nvSpPr>
        <p:spPr>
          <a:xfrm>
            <a:off x="9798397" y="677317"/>
            <a:ext cx="129927" cy="12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spc="26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660" dirty="0"/>
          </a:p>
        </p:txBody>
      </p:sp>
      <p:sp>
        <p:nvSpPr>
          <p:cNvPr id="55" name="Text 45"/>
          <p:cNvSpPr/>
          <p:nvPr/>
        </p:nvSpPr>
        <p:spPr>
          <a:xfrm>
            <a:off x="9939635" y="528638"/>
            <a:ext cx="4705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8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750" dirty="0"/>
          </a:p>
        </p:txBody>
      </p:sp>
      <p:sp>
        <p:nvSpPr>
          <p:cNvPr id="56" name="Shape 46"/>
          <p:cNvSpPr/>
          <p:nvPr/>
        </p:nvSpPr>
        <p:spPr>
          <a:xfrm>
            <a:off x="10429280" y="514350"/>
            <a:ext cx="1047750" cy="15240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57" name="Text 47"/>
          <p:cNvSpPr/>
          <p:nvPr/>
        </p:nvSpPr>
        <p:spPr>
          <a:xfrm>
            <a:off x="11496080" y="438150"/>
            <a:ext cx="3871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88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dB</a:t>
            </a:r>
            <a:endParaRPr lang="en-US" sz="888" dirty="0"/>
          </a:p>
        </p:txBody>
      </p:sp>
      <p:sp>
        <p:nvSpPr>
          <p:cNvPr id="58" name="Shape 48"/>
          <p:cNvSpPr/>
          <p:nvPr/>
        </p:nvSpPr>
        <p:spPr>
          <a:xfrm>
            <a:off x="12064157" y="428625"/>
            <a:ext cx="1156543" cy="323850"/>
          </a:xfrm>
          <a:prstGeom prst="roundRect">
            <a:avLst>
              <a:gd name="adj" fmla="val 17647"/>
            </a:avLst>
          </a:prstGeom>
          <a:solidFill>
            <a:srgbClr val="8B6FFF"/>
          </a:solidFill>
          <a:ln/>
          <a:effectLst>
            <a:outerShdw sx="100000" sy="100000" kx="0" ky="0" algn="bl" rotWithShape="0" blurRad="76200" dist="19050" dir="5400000">
              <a:srgbClr val="6C47FF">
                <a:alpha val="18000"/>
              </a:srgbClr>
            </a:outerShdw>
          </a:effectLst>
        </p:spPr>
      </p:sp>
      <p:sp>
        <p:nvSpPr>
          <p:cNvPr id="59" name="Text 49"/>
          <p:cNvSpPr/>
          <p:nvPr/>
        </p:nvSpPr>
        <p:spPr>
          <a:xfrm>
            <a:off x="12241262" y="505569"/>
            <a:ext cx="5472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8" b="1" spc="53" kern="0" dirty="0">
                <a:solidFill>
                  <a:srgbClr val="0E0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88" dirty="0"/>
          </a:p>
        </p:txBody>
      </p:sp>
      <p:sp>
        <p:nvSpPr>
          <p:cNvPr id="60" name="Text 50"/>
          <p:cNvSpPr/>
          <p:nvPr/>
        </p:nvSpPr>
        <p:spPr>
          <a:xfrm>
            <a:off x="12805470" y="514350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6" b="1" dirty="0">
                <a:solidFill>
                  <a:srgbClr val="0E0820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⌘E</a:t>
            </a:r>
            <a:endParaRPr lang="en-US" sz="696" dirty="0"/>
          </a:p>
        </p:txBody>
      </p:sp>
      <p:sp>
        <p:nvSpPr>
          <p:cNvPr id="61" name="Shape 51"/>
          <p:cNvSpPr/>
          <p:nvPr/>
        </p:nvSpPr>
        <p:spPr>
          <a:xfrm>
            <a:off x="0" y="1095375"/>
            <a:ext cx="1333500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62" name="Shape 52"/>
          <p:cNvSpPr/>
          <p:nvPr/>
        </p:nvSpPr>
        <p:spPr>
          <a:xfrm>
            <a:off x="114300" y="871538"/>
            <a:ext cx="976312" cy="190500"/>
          </a:xfrm>
          <a:prstGeom prst="roundRect">
            <a:avLst>
              <a:gd name="adj" fmla="val 20000"/>
            </a:avLst>
          </a:prstGeom>
          <a:solidFill>
            <a:srgbClr val="36D399">
              <a:alpha val="14000"/>
            </a:srgbClr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0025" y="923925"/>
            <a:ext cx="85725" cy="85725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333375" y="904875"/>
            <a:ext cx="7477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ACCELERATED</a:t>
            </a:r>
            <a:endParaRPr lang="en-US" sz="708" dirty="0"/>
          </a:p>
        </p:txBody>
      </p:sp>
      <p:sp>
        <p:nvSpPr>
          <p:cNvPr id="65" name="Shape 54"/>
          <p:cNvSpPr/>
          <p:nvPr/>
        </p:nvSpPr>
        <p:spPr>
          <a:xfrm>
            <a:off x="1147763" y="871538"/>
            <a:ext cx="854273" cy="190500"/>
          </a:xfrm>
          <a:prstGeom prst="roundRect">
            <a:avLst>
              <a:gd name="adj" fmla="val 20000"/>
            </a:avLst>
          </a:prstGeom>
          <a:solidFill>
            <a:srgbClr val="36D399">
              <a:alpha val="14000"/>
            </a:srgbClr>
          </a:solidFill>
          <a:ln/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33488" y="923925"/>
            <a:ext cx="85725" cy="85725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1366838" y="904875"/>
            <a:ext cx="62567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36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COOP/COEP</a:t>
            </a:r>
            <a:endParaRPr lang="en-US" sz="708" dirty="0"/>
          </a:p>
        </p:txBody>
      </p:sp>
      <p:sp>
        <p:nvSpPr>
          <p:cNvPr id="68" name="Shape 56"/>
          <p:cNvSpPr/>
          <p:nvPr/>
        </p:nvSpPr>
        <p:spPr>
          <a:xfrm>
            <a:off x="2059186" y="871538"/>
            <a:ext cx="671066" cy="190500"/>
          </a:xfrm>
          <a:prstGeom prst="roundRect">
            <a:avLst>
              <a:gd name="adj" fmla="val 20000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144911" y="923925"/>
            <a:ext cx="85725" cy="85725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2278261" y="904875"/>
            <a:ext cx="4424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708" dirty="0"/>
          </a:p>
        </p:txBody>
      </p:sp>
      <p:sp>
        <p:nvSpPr>
          <p:cNvPr id="71" name="Shape 58"/>
          <p:cNvSpPr/>
          <p:nvPr/>
        </p:nvSpPr>
        <p:spPr>
          <a:xfrm>
            <a:off x="2787402" y="871538"/>
            <a:ext cx="793254" cy="190500"/>
          </a:xfrm>
          <a:prstGeom prst="roundRect">
            <a:avLst>
              <a:gd name="adj" fmla="val 20000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873127" y="923925"/>
            <a:ext cx="85725" cy="85725"/>
          </a:xfrm>
          <a:prstGeom prst="rect">
            <a:avLst/>
          </a:prstGeom>
        </p:spPr>
      </p:pic>
      <p:sp>
        <p:nvSpPr>
          <p:cNvPr id="73" name="Text 59"/>
          <p:cNvSpPr/>
          <p:nvPr/>
        </p:nvSpPr>
        <p:spPr>
          <a:xfrm>
            <a:off x="3006477" y="904875"/>
            <a:ext cx="5646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1080P</a:t>
            </a:r>
            <a:endParaRPr lang="en-US" sz="708" dirty="0"/>
          </a:p>
        </p:txBody>
      </p:sp>
      <p:sp>
        <p:nvSpPr>
          <p:cNvPr id="74" name="Shape 60"/>
          <p:cNvSpPr/>
          <p:nvPr/>
        </p:nvSpPr>
        <p:spPr>
          <a:xfrm>
            <a:off x="3637806" y="871538"/>
            <a:ext cx="671066" cy="190500"/>
          </a:xfrm>
          <a:prstGeom prst="roundRect">
            <a:avLst>
              <a:gd name="adj" fmla="val 20000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723531" y="923925"/>
            <a:ext cx="85725" cy="85725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3856881" y="904875"/>
            <a:ext cx="4424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FPS</a:t>
            </a:r>
            <a:endParaRPr lang="en-US" sz="708" dirty="0"/>
          </a:p>
        </p:txBody>
      </p:sp>
      <p:sp>
        <p:nvSpPr>
          <p:cNvPr id="77" name="Shape 62"/>
          <p:cNvSpPr/>
          <p:nvPr/>
        </p:nvSpPr>
        <p:spPr>
          <a:xfrm>
            <a:off x="4404122" y="904875"/>
            <a:ext cx="9525" cy="1238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78" name="Shape 63"/>
          <p:cNvSpPr/>
          <p:nvPr/>
        </p:nvSpPr>
        <p:spPr>
          <a:xfrm>
            <a:off x="4508897" y="881063"/>
            <a:ext cx="732086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594622" y="923925"/>
            <a:ext cx="85725" cy="85725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4689872" y="904875"/>
            <a:ext cx="503486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LIVE</a:t>
            </a:r>
            <a:endParaRPr lang="en-US" sz="708" dirty="0"/>
          </a:p>
        </p:txBody>
      </p:sp>
      <p:sp>
        <p:nvSpPr>
          <p:cNvPr id="81" name="Shape 65"/>
          <p:cNvSpPr/>
          <p:nvPr/>
        </p:nvSpPr>
        <p:spPr>
          <a:xfrm>
            <a:off x="5298132" y="881063"/>
            <a:ext cx="732086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8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383857" y="923925"/>
            <a:ext cx="85725" cy="85725"/>
          </a:xfrm>
          <a:prstGeom prst="rect">
            <a:avLst/>
          </a:prstGeom>
        </p:spPr>
      </p:pic>
      <p:sp>
        <p:nvSpPr>
          <p:cNvPr id="83" name="Text 66"/>
          <p:cNvSpPr/>
          <p:nvPr/>
        </p:nvSpPr>
        <p:spPr>
          <a:xfrm>
            <a:off x="5479107" y="904875"/>
            <a:ext cx="503486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endParaRPr lang="en-US" sz="708" dirty="0"/>
          </a:p>
        </p:txBody>
      </p:sp>
      <p:sp>
        <p:nvSpPr>
          <p:cNvPr id="84" name="Shape 67"/>
          <p:cNvSpPr/>
          <p:nvPr/>
        </p:nvSpPr>
        <p:spPr>
          <a:xfrm>
            <a:off x="6087368" y="881063"/>
            <a:ext cx="793254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8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173093" y="923925"/>
            <a:ext cx="85725" cy="85725"/>
          </a:xfrm>
          <a:prstGeom prst="rect">
            <a:avLst/>
          </a:prstGeom>
        </p:spPr>
      </p:pic>
      <p:sp>
        <p:nvSpPr>
          <p:cNvPr id="86" name="Text 68"/>
          <p:cNvSpPr/>
          <p:nvPr/>
        </p:nvSpPr>
        <p:spPr>
          <a:xfrm>
            <a:off x="6268343" y="904875"/>
            <a:ext cx="564654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CAPTIONS</a:t>
            </a:r>
            <a:endParaRPr lang="en-US" sz="708" dirty="0"/>
          </a:p>
        </p:txBody>
      </p:sp>
      <p:sp>
        <p:nvSpPr>
          <p:cNvPr id="87" name="Shape 69"/>
          <p:cNvSpPr/>
          <p:nvPr/>
        </p:nvSpPr>
        <p:spPr>
          <a:xfrm>
            <a:off x="6937772" y="881063"/>
            <a:ext cx="854273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8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023497" y="923925"/>
            <a:ext cx="85725" cy="85725"/>
          </a:xfrm>
          <a:prstGeom prst="rect">
            <a:avLst/>
          </a:prstGeom>
        </p:spPr>
      </p:pic>
      <p:sp>
        <p:nvSpPr>
          <p:cNvPr id="89" name="Text 70"/>
          <p:cNvSpPr/>
          <p:nvPr/>
        </p:nvSpPr>
        <p:spPr>
          <a:xfrm>
            <a:off x="7118747" y="904875"/>
            <a:ext cx="625673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endParaRPr lang="en-US" sz="708" dirty="0"/>
          </a:p>
        </p:txBody>
      </p:sp>
      <p:sp>
        <p:nvSpPr>
          <p:cNvPr id="90" name="Shape 71"/>
          <p:cNvSpPr/>
          <p:nvPr/>
        </p:nvSpPr>
        <p:spPr>
          <a:xfrm>
            <a:off x="7849195" y="881063"/>
            <a:ext cx="732086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9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934920" y="923925"/>
            <a:ext cx="85725" cy="85725"/>
          </a:xfrm>
          <a:prstGeom prst="rect">
            <a:avLst/>
          </a:prstGeom>
        </p:spPr>
      </p:pic>
      <p:sp>
        <p:nvSpPr>
          <p:cNvPr id="92" name="Text 72"/>
          <p:cNvSpPr/>
          <p:nvPr/>
        </p:nvSpPr>
        <p:spPr>
          <a:xfrm>
            <a:off x="8030170" y="904875"/>
            <a:ext cx="503486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708" dirty="0"/>
          </a:p>
        </p:txBody>
      </p:sp>
      <p:sp>
        <p:nvSpPr>
          <p:cNvPr id="93" name="Shape 73"/>
          <p:cNvSpPr/>
          <p:nvPr/>
        </p:nvSpPr>
        <p:spPr>
          <a:xfrm>
            <a:off x="8638431" y="881063"/>
            <a:ext cx="732086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94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724156" y="923925"/>
            <a:ext cx="85725" cy="85725"/>
          </a:xfrm>
          <a:prstGeom prst="rect">
            <a:avLst/>
          </a:prstGeom>
        </p:spPr>
      </p:pic>
      <p:sp>
        <p:nvSpPr>
          <p:cNvPr id="95" name="Text 74"/>
          <p:cNvSpPr/>
          <p:nvPr/>
        </p:nvSpPr>
        <p:spPr>
          <a:xfrm>
            <a:off x="8819406" y="904875"/>
            <a:ext cx="503486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SILENCE</a:t>
            </a:r>
            <a:endParaRPr lang="en-US" sz="708" dirty="0"/>
          </a:p>
        </p:txBody>
      </p:sp>
      <p:sp>
        <p:nvSpPr>
          <p:cNvPr id="96" name="Shape 75"/>
          <p:cNvSpPr/>
          <p:nvPr/>
        </p:nvSpPr>
        <p:spPr>
          <a:xfrm>
            <a:off x="9427666" y="881063"/>
            <a:ext cx="549027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97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513391" y="923925"/>
            <a:ext cx="85725" cy="85725"/>
          </a:xfrm>
          <a:prstGeom prst="rect">
            <a:avLst/>
          </a:prstGeom>
        </p:spPr>
      </p:pic>
      <p:sp>
        <p:nvSpPr>
          <p:cNvPr id="98" name="Text 76"/>
          <p:cNvSpPr/>
          <p:nvPr/>
        </p:nvSpPr>
        <p:spPr>
          <a:xfrm>
            <a:off x="9608641" y="904875"/>
            <a:ext cx="320427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endParaRPr lang="en-US" sz="708" dirty="0"/>
          </a:p>
        </p:txBody>
      </p:sp>
      <p:sp>
        <p:nvSpPr>
          <p:cNvPr id="99" name="Shape 77"/>
          <p:cNvSpPr/>
          <p:nvPr/>
        </p:nvSpPr>
        <p:spPr>
          <a:xfrm>
            <a:off x="10033843" y="881063"/>
            <a:ext cx="1037332" cy="171450"/>
          </a:xfrm>
          <a:prstGeom prst="roundRect">
            <a:avLst>
              <a:gd name="adj" fmla="val 2222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100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119568" y="923925"/>
            <a:ext cx="85725" cy="85725"/>
          </a:xfrm>
          <a:prstGeom prst="rect">
            <a:avLst/>
          </a:prstGeom>
        </p:spPr>
      </p:pic>
      <p:sp>
        <p:nvSpPr>
          <p:cNvPr id="101" name="Text 78"/>
          <p:cNvSpPr/>
          <p:nvPr/>
        </p:nvSpPr>
        <p:spPr>
          <a:xfrm>
            <a:off x="10214818" y="904875"/>
            <a:ext cx="808732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708" dirty="0"/>
          </a:p>
        </p:txBody>
      </p:sp>
      <p:sp>
        <p:nvSpPr>
          <p:cNvPr id="102" name="Shape 79"/>
          <p:cNvSpPr/>
          <p:nvPr/>
        </p:nvSpPr>
        <p:spPr>
          <a:xfrm>
            <a:off x="76200" y="1181100"/>
            <a:ext cx="533400" cy="4667250"/>
          </a:xfrm>
          <a:prstGeom prst="roundRect">
            <a:avLst>
              <a:gd name="adj" fmla="val 17857"/>
            </a:avLst>
          </a:prstGeom>
          <a:solidFill>
            <a:srgbClr val="15172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03" name="Text 80"/>
          <p:cNvSpPr/>
          <p:nvPr/>
        </p:nvSpPr>
        <p:spPr>
          <a:xfrm>
            <a:off x="85725" y="1304925"/>
            <a:ext cx="4191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spc="7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600" dirty="0"/>
          </a:p>
        </p:txBody>
      </p:sp>
      <p:sp>
        <p:nvSpPr>
          <p:cNvPr id="104" name="Shape 81"/>
          <p:cNvSpPr/>
          <p:nvPr/>
        </p:nvSpPr>
        <p:spPr>
          <a:xfrm>
            <a:off x="123825" y="1457325"/>
            <a:ext cx="342900" cy="514350"/>
          </a:xfrm>
          <a:prstGeom prst="roundRect">
            <a:avLst>
              <a:gd name="adj" fmla="val 16667"/>
            </a:avLst>
          </a:prstGeom>
          <a:solidFill>
            <a:srgbClr val="8B6FFF">
              <a:alpha val="14000"/>
            </a:srgbClr>
          </a:solidFill>
          <a:ln/>
        </p:spPr>
      </p:sp>
      <p:pic>
        <p:nvPicPr>
          <p:cNvPr id="10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19075" y="1562100"/>
            <a:ext cx="152400" cy="152400"/>
          </a:xfrm>
          <a:prstGeom prst="rect">
            <a:avLst/>
          </a:prstGeom>
        </p:spPr>
      </p:pic>
      <p:sp>
        <p:nvSpPr>
          <p:cNvPr id="106" name="Text 82"/>
          <p:cNvSpPr/>
          <p:nvPr/>
        </p:nvSpPr>
        <p:spPr>
          <a:xfrm>
            <a:off x="137964" y="1781175"/>
            <a:ext cx="390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B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660" dirty="0"/>
          </a:p>
        </p:txBody>
      </p:sp>
      <p:pic>
        <p:nvPicPr>
          <p:cNvPr id="10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19075" y="2095500"/>
            <a:ext cx="152400" cy="152400"/>
          </a:xfrm>
          <a:prstGeom prst="rect">
            <a:avLst/>
          </a:prstGeom>
        </p:spPr>
      </p:pic>
      <p:sp>
        <p:nvSpPr>
          <p:cNvPr id="108" name="Text 83"/>
          <p:cNvSpPr/>
          <p:nvPr/>
        </p:nvSpPr>
        <p:spPr>
          <a:xfrm>
            <a:off x="96738" y="2314575"/>
            <a:ext cx="4732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660" dirty="0"/>
          </a:p>
        </p:txBody>
      </p:sp>
      <p:pic>
        <p:nvPicPr>
          <p:cNvPr id="10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19075" y="2628900"/>
            <a:ext cx="152400" cy="152400"/>
          </a:xfrm>
          <a:prstGeom prst="rect">
            <a:avLst/>
          </a:prstGeom>
        </p:spPr>
      </p:pic>
      <p:sp>
        <p:nvSpPr>
          <p:cNvPr id="110" name="Text 84"/>
          <p:cNvSpPr/>
          <p:nvPr/>
        </p:nvSpPr>
        <p:spPr>
          <a:xfrm>
            <a:off x="101352" y="2847975"/>
            <a:ext cx="4640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</a:t>
            </a:r>
            <a:endParaRPr lang="en-US" sz="660" dirty="0"/>
          </a:p>
        </p:txBody>
      </p:sp>
      <p:sp>
        <p:nvSpPr>
          <p:cNvPr id="111" name="Text 85"/>
          <p:cNvSpPr/>
          <p:nvPr/>
        </p:nvSpPr>
        <p:spPr>
          <a:xfrm>
            <a:off x="85725" y="3114675"/>
            <a:ext cx="4191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spc="7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600" dirty="0"/>
          </a:p>
        </p:txBody>
      </p:sp>
      <p:sp>
        <p:nvSpPr>
          <p:cNvPr id="112" name="Shape 86"/>
          <p:cNvSpPr/>
          <p:nvPr/>
        </p:nvSpPr>
        <p:spPr>
          <a:xfrm>
            <a:off x="345489" y="3317289"/>
            <a:ext cx="71023" cy="71023"/>
          </a:xfrm>
          <a:prstGeom prst="ellipse">
            <a:avLst/>
          </a:prstGeom>
          <a:solidFill>
            <a:srgbClr val="8B6FFF">
              <a:alpha val="73000"/>
            </a:srgbClr>
          </a:solidFill>
          <a:ln/>
          <a:effectLst>
            <a:outerShdw sx="100000" sy="100000" kx="0" ky="0" algn="bl" rotWithShape="0" blurRad="101600" dist="50800" dir="16200000">
              <a:srgbClr val="151728">
                <a:alpha val="72691"/>
              </a:srgbClr>
            </a:outerShdw>
          </a:effectLst>
        </p:spPr>
      </p:sp>
      <p:pic>
        <p:nvPicPr>
          <p:cNvPr id="113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19075" y="3371850"/>
            <a:ext cx="152400" cy="152400"/>
          </a:xfrm>
          <a:prstGeom prst="rect">
            <a:avLst/>
          </a:prstGeom>
        </p:spPr>
      </p:pic>
      <p:sp>
        <p:nvSpPr>
          <p:cNvPr id="114" name="Text 87"/>
          <p:cNvSpPr/>
          <p:nvPr/>
        </p:nvSpPr>
        <p:spPr>
          <a:xfrm>
            <a:off x="45988" y="3590925"/>
            <a:ext cx="5749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660" dirty="0"/>
          </a:p>
        </p:txBody>
      </p:sp>
      <p:pic>
        <p:nvPicPr>
          <p:cNvPr id="115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19075" y="3905250"/>
            <a:ext cx="152400" cy="152400"/>
          </a:xfrm>
          <a:prstGeom prst="rect">
            <a:avLst/>
          </a:prstGeom>
        </p:spPr>
      </p:pic>
      <p:sp>
        <p:nvSpPr>
          <p:cNvPr id="116" name="Text 88"/>
          <p:cNvSpPr/>
          <p:nvPr/>
        </p:nvSpPr>
        <p:spPr>
          <a:xfrm>
            <a:off x="131415" y="4124325"/>
            <a:ext cx="40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</a:t>
            </a:r>
            <a:endParaRPr lang="en-US" sz="660" dirty="0"/>
          </a:p>
        </p:txBody>
      </p:sp>
      <p:pic>
        <p:nvPicPr>
          <p:cNvPr id="117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19075" y="4438650"/>
            <a:ext cx="152400" cy="152400"/>
          </a:xfrm>
          <a:prstGeom prst="rect">
            <a:avLst/>
          </a:prstGeom>
        </p:spPr>
      </p:pic>
      <p:sp>
        <p:nvSpPr>
          <p:cNvPr id="118" name="Text 89"/>
          <p:cNvSpPr/>
          <p:nvPr/>
        </p:nvSpPr>
        <p:spPr>
          <a:xfrm>
            <a:off x="61764" y="4657725"/>
            <a:ext cx="5432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</a:t>
            </a:r>
            <a:endParaRPr lang="en-US" sz="660" dirty="0"/>
          </a:p>
        </p:txBody>
      </p:sp>
      <p:sp>
        <p:nvSpPr>
          <p:cNvPr id="119" name="Shape 90"/>
          <p:cNvSpPr/>
          <p:nvPr/>
        </p:nvSpPr>
        <p:spPr>
          <a:xfrm>
            <a:off x="352425" y="4924425"/>
            <a:ext cx="57150" cy="57150"/>
          </a:xfrm>
          <a:prstGeom prst="ellipse">
            <a:avLst/>
          </a:prstGeom>
          <a:solidFill>
            <a:srgbClr val="36D399"/>
          </a:solidFill>
          <a:ln/>
          <a:effectLst>
            <a:outerShdw sx="100000" sy="100000" kx="0" ky="0" algn="bl" rotWithShape="0" blurRad="101600" dist="50800" dir="16200000">
              <a:srgbClr val="151728">
                <a:alpha val="100000"/>
              </a:srgbClr>
            </a:outerShdw>
          </a:effectLst>
        </p:spPr>
      </p:sp>
      <p:pic>
        <p:nvPicPr>
          <p:cNvPr id="120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19075" y="4972050"/>
            <a:ext cx="152400" cy="152400"/>
          </a:xfrm>
          <a:prstGeom prst="rect">
            <a:avLst/>
          </a:prstGeom>
        </p:spPr>
      </p:pic>
      <p:sp>
        <p:nvSpPr>
          <p:cNvPr id="121" name="Text 91"/>
          <p:cNvSpPr/>
          <p:nvPr/>
        </p:nvSpPr>
        <p:spPr>
          <a:xfrm>
            <a:off x="98078" y="5191125"/>
            <a:ext cx="470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660" dirty="0"/>
          </a:p>
        </p:txBody>
      </p:sp>
      <p:pic>
        <p:nvPicPr>
          <p:cNvPr id="122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19075" y="5505450"/>
            <a:ext cx="152400" cy="152400"/>
          </a:xfrm>
          <a:prstGeom prst="rect">
            <a:avLst/>
          </a:prstGeom>
        </p:spPr>
      </p:pic>
      <p:sp>
        <p:nvSpPr>
          <p:cNvPr id="123" name="Text 92"/>
          <p:cNvSpPr/>
          <p:nvPr/>
        </p:nvSpPr>
        <p:spPr>
          <a:xfrm>
            <a:off x="63847" y="5724525"/>
            <a:ext cx="5392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660" dirty="0"/>
          </a:p>
        </p:txBody>
      </p:sp>
      <p:pic>
        <p:nvPicPr>
          <p:cNvPr id="124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19075" y="6038850"/>
            <a:ext cx="152400" cy="152400"/>
          </a:xfrm>
          <a:prstGeom prst="rect">
            <a:avLst/>
          </a:prstGeom>
        </p:spPr>
      </p:pic>
      <p:sp>
        <p:nvSpPr>
          <p:cNvPr id="125" name="Text 93"/>
          <p:cNvSpPr/>
          <p:nvPr/>
        </p:nvSpPr>
        <p:spPr>
          <a:xfrm>
            <a:off x="170706" y="6257925"/>
            <a:ext cx="32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</a:t>
            </a:r>
            <a:endParaRPr lang="en-US" sz="660" dirty="0"/>
          </a:p>
        </p:txBody>
      </p:sp>
      <p:sp>
        <p:nvSpPr>
          <p:cNvPr id="126" name="Text 94"/>
          <p:cNvSpPr/>
          <p:nvPr/>
        </p:nvSpPr>
        <p:spPr>
          <a:xfrm>
            <a:off x="85725" y="6524625"/>
            <a:ext cx="4191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spc="7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600" dirty="0"/>
          </a:p>
        </p:txBody>
      </p:sp>
      <p:pic>
        <p:nvPicPr>
          <p:cNvPr id="127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19075" y="6781800"/>
            <a:ext cx="152400" cy="152400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127843" y="7000875"/>
            <a:ext cx="4110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660" dirty="0"/>
          </a:p>
        </p:txBody>
      </p:sp>
      <p:pic>
        <p:nvPicPr>
          <p:cNvPr id="129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19075" y="7315200"/>
            <a:ext cx="152400" cy="152400"/>
          </a:xfrm>
          <a:prstGeom prst="rect">
            <a:avLst/>
          </a:prstGeom>
        </p:spPr>
      </p:pic>
      <p:sp>
        <p:nvSpPr>
          <p:cNvPr id="130" name="Text 96"/>
          <p:cNvSpPr/>
          <p:nvPr/>
        </p:nvSpPr>
        <p:spPr>
          <a:xfrm>
            <a:off x="105966" y="7534275"/>
            <a:ext cx="454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660" dirty="0"/>
          </a:p>
        </p:txBody>
      </p:sp>
      <p:sp>
        <p:nvSpPr>
          <p:cNvPr id="131" name="Shape 97"/>
          <p:cNvSpPr/>
          <p:nvPr/>
        </p:nvSpPr>
        <p:spPr>
          <a:xfrm>
            <a:off x="352425" y="7800975"/>
            <a:ext cx="57150" cy="57150"/>
          </a:xfrm>
          <a:prstGeom prst="ellipse">
            <a:avLst/>
          </a:prstGeom>
          <a:solidFill>
            <a:srgbClr val="F4B740"/>
          </a:solidFill>
          <a:ln/>
          <a:effectLst>
            <a:outerShdw sx="100000" sy="100000" kx="0" ky="0" algn="bl" rotWithShape="0" blurRad="101600" dist="50800" dir="16200000">
              <a:srgbClr val="151728">
                <a:alpha val="100000"/>
              </a:srgbClr>
            </a:outerShdw>
          </a:effectLst>
        </p:spPr>
      </p:sp>
      <p:pic>
        <p:nvPicPr>
          <p:cNvPr id="132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219075" y="7848600"/>
            <a:ext cx="152400" cy="152400"/>
          </a:xfrm>
          <a:prstGeom prst="rect">
            <a:avLst/>
          </a:prstGeom>
        </p:spPr>
      </p:pic>
      <p:sp>
        <p:nvSpPr>
          <p:cNvPr id="133" name="Text 98"/>
          <p:cNvSpPr/>
          <p:nvPr/>
        </p:nvSpPr>
        <p:spPr>
          <a:xfrm>
            <a:off x="83641" y="8067675"/>
            <a:ext cx="4994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660" dirty="0"/>
          </a:p>
        </p:txBody>
      </p:sp>
      <p:pic>
        <p:nvPicPr>
          <p:cNvPr id="134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219075" y="8382000"/>
            <a:ext cx="152400" cy="152400"/>
          </a:xfrm>
          <a:prstGeom prst="rect">
            <a:avLst/>
          </a:prstGeom>
        </p:spPr>
      </p:pic>
      <p:sp>
        <p:nvSpPr>
          <p:cNvPr id="135" name="Text 99"/>
          <p:cNvSpPr/>
          <p:nvPr/>
        </p:nvSpPr>
        <p:spPr>
          <a:xfrm>
            <a:off x="175320" y="8601075"/>
            <a:ext cx="3159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60" b="1" spc="46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</a:t>
            </a:r>
            <a:endParaRPr lang="en-US" sz="660" dirty="0"/>
          </a:p>
        </p:txBody>
      </p:sp>
      <p:sp>
        <p:nvSpPr>
          <p:cNvPr id="136" name="Shape 100"/>
          <p:cNvSpPr/>
          <p:nvPr/>
        </p:nvSpPr>
        <p:spPr>
          <a:xfrm>
            <a:off x="685800" y="1181100"/>
            <a:ext cx="2762250" cy="4667250"/>
          </a:xfrm>
          <a:prstGeom prst="roundRect">
            <a:avLst>
              <a:gd name="adj" fmla="val 3448"/>
            </a:avLst>
          </a:prstGeom>
          <a:solidFill>
            <a:srgbClr val="15172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37" name="Shape 101"/>
          <p:cNvSpPr/>
          <p:nvPr/>
        </p:nvSpPr>
        <p:spPr>
          <a:xfrm>
            <a:off x="695325" y="1724025"/>
            <a:ext cx="274320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138" name="Text 102"/>
          <p:cNvSpPr/>
          <p:nvPr/>
        </p:nvSpPr>
        <p:spPr>
          <a:xfrm>
            <a:off x="809625" y="1390650"/>
            <a:ext cx="4143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3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750" dirty="0"/>
          </a:p>
        </p:txBody>
      </p:sp>
      <p:sp>
        <p:nvSpPr>
          <p:cNvPr id="139" name="Shape 103"/>
          <p:cNvSpPr/>
          <p:nvPr/>
        </p:nvSpPr>
        <p:spPr>
          <a:xfrm>
            <a:off x="3114675" y="1376363"/>
            <a:ext cx="209550" cy="161925"/>
          </a:xfrm>
          <a:prstGeom prst="ellipse">
            <a:avLst/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40" name="Text 104"/>
          <p:cNvSpPr/>
          <p:nvPr/>
        </p:nvSpPr>
        <p:spPr>
          <a:xfrm>
            <a:off x="3190875" y="1395412"/>
            <a:ext cx="1333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50" dirty="0"/>
          </a:p>
        </p:txBody>
      </p:sp>
      <p:sp>
        <p:nvSpPr>
          <p:cNvPr id="141" name="Shape 105"/>
          <p:cNvSpPr/>
          <p:nvPr/>
        </p:nvSpPr>
        <p:spPr>
          <a:xfrm>
            <a:off x="790575" y="1828800"/>
            <a:ext cx="2552700" cy="285750"/>
          </a:xfrm>
          <a:prstGeom prst="roundRect">
            <a:avLst>
              <a:gd name="adj" fmla="val 13333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pic>
        <p:nvPicPr>
          <p:cNvPr id="142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885825" y="1919288"/>
            <a:ext cx="104775" cy="104775"/>
          </a:xfrm>
          <a:prstGeom prst="rect">
            <a:avLst/>
          </a:prstGeom>
        </p:spPr>
      </p:pic>
      <p:sp>
        <p:nvSpPr>
          <p:cNvPr id="143" name="Shape 106"/>
          <p:cNvSpPr/>
          <p:nvPr/>
        </p:nvSpPr>
        <p:spPr>
          <a:xfrm>
            <a:off x="3000375" y="1885950"/>
            <a:ext cx="247650" cy="171450"/>
          </a:xfrm>
          <a:prstGeom prst="roundRect">
            <a:avLst>
              <a:gd name="adj" fmla="val 16667"/>
            </a:avLst>
          </a:prstGeom>
          <a:ln w="9525">
            <a:solidFill>
              <a:srgbClr val="353760"/>
            </a:solidFill>
            <a:prstDash val="solid"/>
          </a:ln>
        </p:spPr>
      </p:sp>
      <p:sp>
        <p:nvSpPr>
          <p:cNvPr id="144" name="Text 107"/>
          <p:cNvSpPr/>
          <p:nvPr/>
        </p:nvSpPr>
        <p:spPr>
          <a:xfrm>
            <a:off x="3009900" y="1895475"/>
            <a:ext cx="228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⌘F</a:t>
            </a:r>
            <a:endParaRPr lang="en-US" sz="720" dirty="0"/>
          </a:p>
        </p:txBody>
      </p:sp>
      <p:sp>
        <p:nvSpPr>
          <p:cNvPr id="145" name="Shape 108"/>
          <p:cNvSpPr/>
          <p:nvPr/>
        </p:nvSpPr>
        <p:spPr>
          <a:xfrm>
            <a:off x="762000" y="2200275"/>
            <a:ext cx="2609850" cy="457200"/>
          </a:xfrm>
          <a:prstGeom prst="roundRect">
            <a:avLst>
              <a:gd name="adj" fmla="val 12500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146" name="Shape 109"/>
          <p:cNvSpPr/>
          <p:nvPr/>
        </p:nvSpPr>
        <p:spPr>
          <a:xfrm>
            <a:off x="819150" y="2266950"/>
            <a:ext cx="552450" cy="323850"/>
          </a:xfrm>
          <a:prstGeom prst="roundRect">
            <a:avLst>
              <a:gd name="adj" fmla="val 11765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47" name="Shape 110"/>
          <p:cNvSpPr/>
          <p:nvPr/>
        </p:nvSpPr>
        <p:spPr>
          <a:xfrm>
            <a:off x="1083915" y="2457450"/>
            <a:ext cx="259110" cy="104775"/>
          </a:xfrm>
          <a:prstGeom prst="roundRect">
            <a:avLst>
              <a:gd name="adj" fmla="val 18182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48" name="Text 111"/>
          <p:cNvSpPr/>
          <p:nvPr/>
        </p:nvSpPr>
        <p:spPr>
          <a:xfrm>
            <a:off x="1122015" y="2457450"/>
            <a:ext cx="2088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2:34</a:t>
            </a:r>
            <a:endParaRPr lang="en-US" sz="600" dirty="0"/>
          </a:p>
        </p:txBody>
      </p:sp>
      <p:sp>
        <p:nvSpPr>
          <p:cNvPr id="149" name="Text 112"/>
          <p:cNvSpPr/>
          <p:nvPr/>
        </p:nvSpPr>
        <p:spPr>
          <a:xfrm>
            <a:off x="1457325" y="2286000"/>
            <a:ext cx="2022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interview-a.mp4</a:t>
            </a:r>
            <a:endParaRPr lang="en-US" sz="888" dirty="0"/>
          </a:p>
        </p:txBody>
      </p:sp>
      <p:sp>
        <p:nvSpPr>
          <p:cNvPr id="150" name="Text 113"/>
          <p:cNvSpPr/>
          <p:nvPr/>
        </p:nvSpPr>
        <p:spPr>
          <a:xfrm>
            <a:off x="1457325" y="2457450"/>
            <a:ext cx="2022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84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1920×1080 · 24 fps · H.264</a:t>
            </a:r>
            <a:endParaRPr lang="en-US" sz="684" dirty="0"/>
          </a:p>
        </p:txBody>
      </p:sp>
      <p:sp>
        <p:nvSpPr>
          <p:cNvPr id="151" name="Shape 114"/>
          <p:cNvSpPr/>
          <p:nvPr/>
        </p:nvSpPr>
        <p:spPr>
          <a:xfrm>
            <a:off x="819150" y="2762250"/>
            <a:ext cx="552450" cy="323850"/>
          </a:xfrm>
          <a:prstGeom prst="roundRect">
            <a:avLst>
              <a:gd name="adj" fmla="val 11765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52" name="Shape 115"/>
          <p:cNvSpPr/>
          <p:nvPr/>
        </p:nvSpPr>
        <p:spPr>
          <a:xfrm>
            <a:off x="1083915" y="2952750"/>
            <a:ext cx="259110" cy="104775"/>
          </a:xfrm>
          <a:prstGeom prst="roundRect">
            <a:avLst>
              <a:gd name="adj" fmla="val 18182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53" name="Text 116"/>
          <p:cNvSpPr/>
          <p:nvPr/>
        </p:nvSpPr>
        <p:spPr>
          <a:xfrm>
            <a:off x="1122015" y="2952750"/>
            <a:ext cx="2088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1:08</a:t>
            </a:r>
            <a:endParaRPr lang="en-US" sz="600" dirty="0"/>
          </a:p>
        </p:txBody>
      </p:sp>
      <p:sp>
        <p:nvSpPr>
          <p:cNvPr id="154" name="Text 117"/>
          <p:cNvSpPr/>
          <p:nvPr/>
        </p:nvSpPr>
        <p:spPr>
          <a:xfrm>
            <a:off x="1457325" y="2781300"/>
            <a:ext cx="2022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broll-street.mov</a:t>
            </a:r>
            <a:endParaRPr lang="en-US" sz="888" dirty="0"/>
          </a:p>
        </p:txBody>
      </p:sp>
      <p:sp>
        <p:nvSpPr>
          <p:cNvPr id="155" name="Text 118"/>
          <p:cNvSpPr/>
          <p:nvPr/>
        </p:nvSpPr>
        <p:spPr>
          <a:xfrm>
            <a:off x="1457325" y="2952750"/>
            <a:ext cx="2022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84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· 1:08 · 562 MB</a:t>
            </a:r>
            <a:endParaRPr lang="en-US" sz="684" dirty="0"/>
          </a:p>
        </p:txBody>
      </p:sp>
      <p:sp>
        <p:nvSpPr>
          <p:cNvPr id="156" name="Shape 119"/>
          <p:cNvSpPr/>
          <p:nvPr/>
        </p:nvSpPr>
        <p:spPr>
          <a:xfrm>
            <a:off x="762000" y="3190875"/>
            <a:ext cx="2609850" cy="457200"/>
          </a:xfrm>
          <a:prstGeom prst="roundRect">
            <a:avLst>
              <a:gd name="adj" fmla="val 12500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157" name="Shape 120"/>
          <p:cNvSpPr/>
          <p:nvPr/>
        </p:nvSpPr>
        <p:spPr>
          <a:xfrm>
            <a:off x="819150" y="3257550"/>
            <a:ext cx="552450" cy="323850"/>
          </a:xfrm>
          <a:prstGeom prst="roundRect">
            <a:avLst>
              <a:gd name="adj" fmla="val 11765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158" name="Shape 121"/>
          <p:cNvSpPr/>
          <p:nvPr/>
        </p:nvSpPr>
        <p:spPr>
          <a:xfrm>
            <a:off x="1083915" y="3448050"/>
            <a:ext cx="259110" cy="104775"/>
          </a:xfrm>
          <a:prstGeom prst="roundRect">
            <a:avLst>
              <a:gd name="adj" fmla="val 18182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59" name="Text 122"/>
          <p:cNvSpPr/>
          <p:nvPr/>
        </p:nvSpPr>
        <p:spPr>
          <a:xfrm>
            <a:off x="1122015" y="3448050"/>
            <a:ext cx="2088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3:12</a:t>
            </a:r>
            <a:endParaRPr lang="en-US" sz="600" dirty="0"/>
          </a:p>
        </p:txBody>
      </p:sp>
      <p:sp>
        <p:nvSpPr>
          <p:cNvPr id="160" name="Text 123"/>
          <p:cNvSpPr/>
          <p:nvPr/>
        </p:nvSpPr>
        <p:spPr>
          <a:xfrm>
            <a:off x="1457325" y="3276600"/>
            <a:ext cx="2022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background-music.m4a</a:t>
            </a:r>
            <a:endParaRPr lang="en-US" sz="888" dirty="0"/>
          </a:p>
        </p:txBody>
      </p:sp>
      <p:sp>
        <p:nvSpPr>
          <p:cNvPr id="161" name="Text 124"/>
          <p:cNvSpPr/>
          <p:nvPr/>
        </p:nvSpPr>
        <p:spPr>
          <a:xfrm>
            <a:off x="1457325" y="3448050"/>
            <a:ext cx="2022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84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ch · 44 kHz · AAC</a:t>
            </a:r>
            <a:endParaRPr lang="en-US" sz="684" dirty="0"/>
          </a:p>
        </p:txBody>
      </p:sp>
      <p:sp>
        <p:nvSpPr>
          <p:cNvPr id="162" name="Shape 125"/>
          <p:cNvSpPr/>
          <p:nvPr/>
        </p:nvSpPr>
        <p:spPr>
          <a:xfrm>
            <a:off x="762000" y="3686175"/>
            <a:ext cx="2609850" cy="457200"/>
          </a:xfrm>
          <a:prstGeom prst="roundRect">
            <a:avLst>
              <a:gd name="adj" fmla="val 12500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163" name="Shape 126"/>
          <p:cNvSpPr/>
          <p:nvPr/>
        </p:nvSpPr>
        <p:spPr>
          <a:xfrm>
            <a:off x="819150" y="3752850"/>
            <a:ext cx="552450" cy="323850"/>
          </a:xfrm>
          <a:prstGeom prst="roundRect">
            <a:avLst>
              <a:gd name="adj" fmla="val 11765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64" name="Shape 127"/>
          <p:cNvSpPr/>
          <p:nvPr/>
        </p:nvSpPr>
        <p:spPr>
          <a:xfrm>
            <a:off x="1083915" y="3943350"/>
            <a:ext cx="259110" cy="104775"/>
          </a:xfrm>
          <a:prstGeom prst="roundRect">
            <a:avLst>
              <a:gd name="adj" fmla="val 18182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65" name="Text 128"/>
          <p:cNvSpPr/>
          <p:nvPr/>
        </p:nvSpPr>
        <p:spPr>
          <a:xfrm>
            <a:off x="1122015" y="3943350"/>
            <a:ext cx="2088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0:48</a:t>
            </a:r>
            <a:endParaRPr lang="en-US" sz="600" dirty="0"/>
          </a:p>
        </p:txBody>
      </p:sp>
      <p:sp>
        <p:nvSpPr>
          <p:cNvPr id="166" name="Text 129"/>
          <p:cNvSpPr/>
          <p:nvPr/>
        </p:nvSpPr>
        <p:spPr>
          <a:xfrm>
            <a:off x="1457325" y="3771900"/>
            <a:ext cx="2022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screen-recording.webm</a:t>
            </a:r>
            <a:endParaRPr lang="en-US" sz="888" dirty="0"/>
          </a:p>
        </p:txBody>
      </p:sp>
      <p:sp>
        <p:nvSpPr>
          <p:cNvPr id="167" name="Text 130"/>
          <p:cNvSpPr/>
          <p:nvPr/>
        </p:nvSpPr>
        <p:spPr>
          <a:xfrm>
            <a:off x="1457325" y="3943350"/>
            <a:ext cx="2022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84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2560×1440 · 60 fps · VP9</a:t>
            </a:r>
            <a:endParaRPr lang="en-US" sz="684" dirty="0"/>
          </a:p>
        </p:txBody>
      </p:sp>
      <p:sp>
        <p:nvSpPr>
          <p:cNvPr id="168" name="Shape 131"/>
          <p:cNvSpPr/>
          <p:nvPr/>
        </p:nvSpPr>
        <p:spPr>
          <a:xfrm>
            <a:off x="762000" y="4181475"/>
            <a:ext cx="2609850" cy="457200"/>
          </a:xfrm>
          <a:prstGeom prst="roundRect">
            <a:avLst>
              <a:gd name="adj" fmla="val 12500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169" name="Shape 132"/>
          <p:cNvSpPr/>
          <p:nvPr/>
        </p:nvSpPr>
        <p:spPr>
          <a:xfrm>
            <a:off x="819150" y="4248150"/>
            <a:ext cx="552450" cy="323850"/>
          </a:xfrm>
          <a:prstGeom prst="roundRect">
            <a:avLst>
              <a:gd name="adj" fmla="val 11765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70" name="Shape 133"/>
          <p:cNvSpPr/>
          <p:nvPr/>
        </p:nvSpPr>
        <p:spPr>
          <a:xfrm>
            <a:off x="1038225" y="4438650"/>
            <a:ext cx="304800" cy="104775"/>
          </a:xfrm>
          <a:prstGeom prst="roundRect">
            <a:avLst>
              <a:gd name="adj" fmla="val 18182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1" name="Text 134"/>
          <p:cNvSpPr/>
          <p:nvPr/>
        </p:nvSpPr>
        <p:spPr>
          <a:xfrm>
            <a:off x="1076325" y="4438650"/>
            <a:ext cx="25908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</a:t>
            </a:r>
            <a:endParaRPr lang="en-US" sz="600" dirty="0"/>
          </a:p>
        </p:txBody>
      </p:sp>
      <p:sp>
        <p:nvSpPr>
          <p:cNvPr id="172" name="Text 135"/>
          <p:cNvSpPr/>
          <p:nvPr/>
        </p:nvSpPr>
        <p:spPr>
          <a:xfrm>
            <a:off x="1457325" y="4267200"/>
            <a:ext cx="20221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logo-end.png</a:t>
            </a:r>
            <a:endParaRPr lang="en-US" sz="888" dirty="0"/>
          </a:p>
        </p:txBody>
      </p:sp>
      <p:sp>
        <p:nvSpPr>
          <p:cNvPr id="173" name="Text 136"/>
          <p:cNvSpPr/>
          <p:nvPr/>
        </p:nvSpPr>
        <p:spPr>
          <a:xfrm>
            <a:off x="1457325" y="4438650"/>
            <a:ext cx="20221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84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1024×1024 · sRGB</a:t>
            </a:r>
            <a:endParaRPr lang="en-US" sz="684" dirty="0"/>
          </a:p>
        </p:txBody>
      </p:sp>
      <p:sp>
        <p:nvSpPr>
          <p:cNvPr id="174" name="Shape 137"/>
          <p:cNvSpPr/>
          <p:nvPr/>
        </p:nvSpPr>
        <p:spPr>
          <a:xfrm>
            <a:off x="3524250" y="1181100"/>
            <a:ext cx="6229350" cy="4667250"/>
          </a:xfrm>
          <a:prstGeom prst="roundRect">
            <a:avLst>
              <a:gd name="adj" fmla="val 2041"/>
            </a:avLst>
          </a:prstGeom>
          <a:solidFill>
            <a:srgbClr val="09091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75" name="Shape 138"/>
          <p:cNvSpPr/>
          <p:nvPr/>
        </p:nvSpPr>
        <p:spPr>
          <a:xfrm>
            <a:off x="3629025" y="1285875"/>
            <a:ext cx="1203275" cy="285750"/>
          </a:xfrm>
          <a:prstGeom prst="roundRect">
            <a:avLst>
              <a:gd name="adj" fmla="val 20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76" name="Shape 139"/>
          <p:cNvSpPr/>
          <p:nvPr/>
        </p:nvSpPr>
        <p:spPr>
          <a:xfrm>
            <a:off x="3667125" y="1323975"/>
            <a:ext cx="701873" cy="209550"/>
          </a:xfrm>
          <a:prstGeom prst="roundRect">
            <a:avLst>
              <a:gd name="adj" fmla="val 18182"/>
            </a:avLst>
          </a:prstGeom>
          <a:solidFill>
            <a:srgbClr val="8B6FFF">
              <a:alpha val="14000"/>
            </a:srgbClr>
          </a:solidFill>
          <a:ln/>
        </p:spPr>
      </p:sp>
      <p:sp>
        <p:nvSpPr>
          <p:cNvPr id="177" name="Text 140"/>
          <p:cNvSpPr/>
          <p:nvPr/>
        </p:nvSpPr>
        <p:spPr>
          <a:xfrm>
            <a:off x="3705225" y="1323975"/>
            <a:ext cx="625673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1920×1080</a:t>
            </a:r>
            <a:endParaRPr lang="en-US" sz="708" dirty="0"/>
          </a:p>
        </p:txBody>
      </p:sp>
      <p:sp>
        <p:nvSpPr>
          <p:cNvPr id="178" name="Text 141"/>
          <p:cNvSpPr/>
          <p:nvPr/>
        </p:nvSpPr>
        <p:spPr>
          <a:xfrm>
            <a:off x="4435673" y="1323975"/>
            <a:ext cx="320427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708" dirty="0"/>
          </a:p>
        </p:txBody>
      </p:sp>
      <p:sp>
        <p:nvSpPr>
          <p:cNvPr id="179" name="Shape 142"/>
          <p:cNvSpPr/>
          <p:nvPr/>
        </p:nvSpPr>
        <p:spPr>
          <a:xfrm>
            <a:off x="7734746" y="1285875"/>
            <a:ext cx="1914079" cy="285750"/>
          </a:xfrm>
          <a:prstGeom prst="roundRect">
            <a:avLst>
              <a:gd name="adj" fmla="val 20000"/>
            </a:avLst>
          </a:prstGeom>
          <a:solidFill>
            <a:srgbClr val="000000">
              <a:alpha val="55000"/>
            </a:srgbClr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80" name="Text 143"/>
          <p:cNvSpPr/>
          <p:nvPr/>
        </p:nvSpPr>
        <p:spPr>
          <a:xfrm>
            <a:off x="7810946" y="1323975"/>
            <a:ext cx="320427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</a:t>
            </a:r>
            <a:endParaRPr lang="en-US" sz="708" dirty="0"/>
          </a:p>
        </p:txBody>
      </p:sp>
      <p:sp>
        <p:nvSpPr>
          <p:cNvPr id="181" name="Text 144"/>
          <p:cNvSpPr/>
          <p:nvPr/>
        </p:nvSpPr>
        <p:spPr>
          <a:xfrm>
            <a:off x="8236148" y="1323975"/>
            <a:ext cx="50348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REFRAME</a:t>
            </a:r>
            <a:endParaRPr lang="en-US" sz="708" dirty="0"/>
          </a:p>
        </p:txBody>
      </p:sp>
      <p:sp>
        <p:nvSpPr>
          <p:cNvPr id="182" name="Shape 145"/>
          <p:cNvSpPr/>
          <p:nvPr/>
        </p:nvSpPr>
        <p:spPr>
          <a:xfrm>
            <a:off x="8806309" y="1323975"/>
            <a:ext cx="518666" cy="209550"/>
          </a:xfrm>
          <a:prstGeom prst="roundRect">
            <a:avLst>
              <a:gd name="adj" fmla="val 18182"/>
            </a:avLst>
          </a:prstGeom>
          <a:solidFill>
            <a:srgbClr val="8B6FFF">
              <a:alpha val="14000"/>
            </a:srgbClr>
          </a:solidFill>
          <a:ln/>
        </p:spPr>
      </p:sp>
      <p:sp>
        <p:nvSpPr>
          <p:cNvPr id="183" name="Text 146"/>
          <p:cNvSpPr/>
          <p:nvPr/>
        </p:nvSpPr>
        <p:spPr>
          <a:xfrm>
            <a:off x="8844409" y="1323975"/>
            <a:ext cx="44246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8" b="1" spc="57" kern="0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METERS</a:t>
            </a:r>
            <a:endParaRPr lang="en-US" sz="708" dirty="0"/>
          </a:p>
        </p:txBody>
      </p:sp>
      <p:pic>
        <p:nvPicPr>
          <p:cNvPr id="184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9429750" y="1376363"/>
            <a:ext cx="104775" cy="104775"/>
          </a:xfrm>
          <a:prstGeom prst="rect">
            <a:avLst/>
          </a:prstGeom>
        </p:spPr>
      </p:pic>
      <p:sp>
        <p:nvSpPr>
          <p:cNvPr id="185" name="Shape 147"/>
          <p:cNvSpPr/>
          <p:nvPr/>
        </p:nvSpPr>
        <p:spPr>
          <a:xfrm>
            <a:off x="3533775" y="1763911"/>
            <a:ext cx="6210300" cy="3501628"/>
          </a:xfrm>
          <a:prstGeom prst="roundRect">
            <a:avLst>
              <a:gd name="adj" fmla="val 1088"/>
            </a:avLst>
          </a:prstGeom>
          <a:solidFill>
            <a:srgbClr val="000000"/>
          </a:solidFill>
          <a:ln w="9525">
            <a:solidFill>
              <a:srgbClr val="FFFFFF">
                <a:alpha val="6000"/>
              </a:srgbClr>
            </a:solidFill>
            <a:prstDash val="solid"/>
          </a:ln>
          <a:effectLst>
            <a:outerShdw sx="100000" sy="100000" kx="0" ky="0" algn="bl" rotWithShape="0" blurRad="476250" dist="171450" dir="5400000">
              <a:srgbClr val="000000">
                <a:alpha val="90000"/>
              </a:srgbClr>
            </a:outerShdw>
          </a:effectLst>
        </p:spPr>
      </p:sp>
      <p:sp>
        <p:nvSpPr>
          <p:cNvPr id="186" name="Shape 148"/>
          <p:cNvSpPr/>
          <p:nvPr/>
        </p:nvSpPr>
        <p:spPr>
          <a:xfrm>
            <a:off x="3629025" y="5534025"/>
            <a:ext cx="1495276" cy="209550"/>
          </a:xfrm>
          <a:prstGeom prst="roundRect">
            <a:avLst>
              <a:gd name="adj" fmla="val 18182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87" name="Text 149"/>
          <p:cNvSpPr/>
          <p:nvPr/>
        </p:nvSpPr>
        <p:spPr>
          <a:xfrm>
            <a:off x="3705225" y="5534025"/>
            <a:ext cx="141907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 1080P · 28 FPS</a:t>
            </a:r>
            <a:endParaRPr lang="en-US" sz="708" dirty="0"/>
          </a:p>
        </p:txBody>
      </p:sp>
      <p:sp>
        <p:nvSpPr>
          <p:cNvPr id="188" name="Shape 150"/>
          <p:cNvSpPr/>
          <p:nvPr/>
        </p:nvSpPr>
        <p:spPr>
          <a:xfrm>
            <a:off x="8153549" y="5534025"/>
            <a:ext cx="1495276" cy="209550"/>
          </a:xfrm>
          <a:prstGeom prst="roundRect">
            <a:avLst>
              <a:gd name="adj" fmla="val 18182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89" name="Text 151"/>
          <p:cNvSpPr/>
          <p:nvPr/>
        </p:nvSpPr>
        <p:spPr>
          <a:xfrm>
            <a:off x="8229749" y="5534025"/>
            <a:ext cx="141907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08" b="1" spc="57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−9.2 DB · R −10.6 DB</a:t>
            </a:r>
            <a:endParaRPr lang="en-US" sz="708" dirty="0"/>
          </a:p>
        </p:txBody>
      </p:sp>
      <p:sp>
        <p:nvSpPr>
          <p:cNvPr id="190" name="Shape 152"/>
          <p:cNvSpPr/>
          <p:nvPr/>
        </p:nvSpPr>
        <p:spPr>
          <a:xfrm>
            <a:off x="9829800" y="1181100"/>
            <a:ext cx="3429000" cy="4667250"/>
          </a:xfrm>
          <a:prstGeom prst="roundRect">
            <a:avLst>
              <a:gd name="adj" fmla="val 2778"/>
            </a:avLst>
          </a:prstGeom>
          <a:solidFill>
            <a:srgbClr val="15172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91" name="Shape 153"/>
          <p:cNvSpPr/>
          <p:nvPr/>
        </p:nvSpPr>
        <p:spPr>
          <a:xfrm>
            <a:off x="9839325" y="1724025"/>
            <a:ext cx="340995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192" name="Text 154"/>
          <p:cNvSpPr/>
          <p:nvPr/>
        </p:nvSpPr>
        <p:spPr>
          <a:xfrm>
            <a:off x="9953625" y="1390650"/>
            <a:ext cx="6849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3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INSPECTOR</a:t>
            </a:r>
            <a:endParaRPr lang="en-US" sz="750" dirty="0"/>
          </a:p>
        </p:txBody>
      </p:sp>
      <p:sp>
        <p:nvSpPr>
          <p:cNvPr id="193" name="Shape 155"/>
          <p:cNvSpPr/>
          <p:nvPr/>
        </p:nvSpPr>
        <p:spPr>
          <a:xfrm>
            <a:off x="11325225" y="1376363"/>
            <a:ext cx="1809750" cy="161925"/>
          </a:xfrm>
          <a:prstGeom prst="roundRect">
            <a:avLst>
              <a:gd name="adj" fmla="val 50000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194" name="Text 156"/>
          <p:cNvSpPr/>
          <p:nvPr/>
        </p:nvSpPr>
        <p:spPr>
          <a:xfrm>
            <a:off x="11401425" y="1395412"/>
            <a:ext cx="1733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interview-a.mp4 · 00:00–00:48</a:t>
            </a:r>
            <a:endParaRPr lang="en-US" sz="750" dirty="0"/>
          </a:p>
        </p:txBody>
      </p:sp>
      <p:sp>
        <p:nvSpPr>
          <p:cNvPr id="195" name="Shape 157"/>
          <p:cNvSpPr/>
          <p:nvPr/>
        </p:nvSpPr>
        <p:spPr>
          <a:xfrm>
            <a:off x="9839325" y="2070646"/>
            <a:ext cx="340995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196" name="Shape 158"/>
          <p:cNvSpPr/>
          <p:nvPr/>
        </p:nvSpPr>
        <p:spPr>
          <a:xfrm>
            <a:off x="9915525" y="2061121"/>
            <a:ext cx="954881" cy="1905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197" name="Text 159"/>
          <p:cNvSpPr/>
          <p:nvPr/>
        </p:nvSpPr>
        <p:spPr>
          <a:xfrm>
            <a:off x="9984105" y="1817370"/>
            <a:ext cx="817721" cy="1904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EC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888" dirty="0"/>
          </a:p>
        </p:txBody>
      </p:sp>
      <p:sp>
        <p:nvSpPr>
          <p:cNvPr id="198" name="Text 160"/>
          <p:cNvSpPr/>
          <p:nvPr/>
        </p:nvSpPr>
        <p:spPr>
          <a:xfrm>
            <a:off x="10938986" y="1817370"/>
            <a:ext cx="591205" cy="1904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</a:t>
            </a:r>
            <a:endParaRPr lang="en-US" sz="888" dirty="0"/>
          </a:p>
        </p:txBody>
      </p:sp>
      <p:sp>
        <p:nvSpPr>
          <p:cNvPr id="199" name="Text 161"/>
          <p:cNvSpPr/>
          <p:nvPr/>
        </p:nvSpPr>
        <p:spPr>
          <a:xfrm>
            <a:off x="11667351" y="1817370"/>
            <a:ext cx="454432" cy="1904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888" dirty="0"/>
          </a:p>
        </p:txBody>
      </p:sp>
      <p:sp>
        <p:nvSpPr>
          <p:cNvPr id="200" name="Shape 162"/>
          <p:cNvSpPr/>
          <p:nvPr/>
        </p:nvSpPr>
        <p:spPr>
          <a:xfrm>
            <a:off x="12296924" y="1864965"/>
            <a:ext cx="57150" cy="57150"/>
          </a:xfrm>
          <a:prstGeom prst="ellipse">
            <a:avLst/>
          </a:prstGeom>
          <a:solidFill>
            <a:srgbClr val="36D399"/>
          </a:solidFill>
          <a:ln/>
        </p:spPr>
      </p:sp>
      <p:sp>
        <p:nvSpPr>
          <p:cNvPr id="201" name="Text 163"/>
          <p:cNvSpPr/>
          <p:nvPr/>
        </p:nvSpPr>
        <p:spPr>
          <a:xfrm>
            <a:off x="12414945" y="1817340"/>
            <a:ext cx="5396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888" dirty="0"/>
          </a:p>
        </p:txBody>
      </p:sp>
      <p:sp>
        <p:nvSpPr>
          <p:cNvPr id="202" name="Text 164"/>
          <p:cNvSpPr/>
          <p:nvPr/>
        </p:nvSpPr>
        <p:spPr>
          <a:xfrm>
            <a:off x="13053536" y="1817370"/>
            <a:ext cx="457408" cy="1904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888" dirty="0"/>
          </a:p>
        </p:txBody>
      </p:sp>
      <p:sp>
        <p:nvSpPr>
          <p:cNvPr id="203" name="Text 165"/>
          <p:cNvSpPr/>
          <p:nvPr/>
        </p:nvSpPr>
        <p:spPr>
          <a:xfrm>
            <a:off x="13648105" y="1817370"/>
            <a:ext cx="565458" cy="1904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88" b="1" spc="53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88" dirty="0"/>
          </a:p>
        </p:txBody>
      </p:sp>
      <p:sp>
        <p:nvSpPr>
          <p:cNvPr id="204" name="Text 166"/>
          <p:cNvSpPr/>
          <p:nvPr/>
        </p:nvSpPr>
        <p:spPr>
          <a:xfrm>
            <a:off x="9963150" y="2175421"/>
            <a:ext cx="3478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750" dirty="0"/>
          </a:p>
        </p:txBody>
      </p:sp>
      <p:sp>
        <p:nvSpPr>
          <p:cNvPr id="205" name="Text 167"/>
          <p:cNvSpPr/>
          <p:nvPr/>
        </p:nvSpPr>
        <p:spPr>
          <a:xfrm>
            <a:off x="9963150" y="2451646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750" dirty="0"/>
          </a:p>
        </p:txBody>
      </p:sp>
      <p:sp>
        <p:nvSpPr>
          <p:cNvPr id="206" name="Shape 168"/>
          <p:cNvSpPr/>
          <p:nvPr/>
        </p:nvSpPr>
        <p:spPr>
          <a:xfrm>
            <a:off x="10934700" y="2384971"/>
            <a:ext cx="923925" cy="266700"/>
          </a:xfrm>
          <a:prstGeom prst="roundRect">
            <a:avLst>
              <a:gd name="adj" fmla="val 14286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07" name="Shape 169"/>
          <p:cNvSpPr/>
          <p:nvPr/>
        </p:nvSpPr>
        <p:spPr>
          <a:xfrm>
            <a:off x="11925300" y="2384971"/>
            <a:ext cx="923925" cy="266700"/>
          </a:xfrm>
          <a:prstGeom prst="roundRect">
            <a:avLst>
              <a:gd name="adj" fmla="val 14286"/>
            </a:avLst>
          </a:prstGeom>
          <a:solidFill>
            <a:srgbClr val="0C0D18"/>
          </a:solidFill>
          <a:ln w="9525">
            <a:solidFill>
              <a:srgbClr val="262845"/>
            </a:solidFill>
            <a:prstDash val="solid"/>
          </a:ln>
        </p:spPr>
      </p:sp>
      <p:pic>
        <p:nvPicPr>
          <p:cNvPr id="208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2982575" y="2475458"/>
            <a:ext cx="76200" cy="85725"/>
          </a:xfrm>
          <a:prstGeom prst="rect">
            <a:avLst/>
          </a:prstGeom>
        </p:spPr>
      </p:pic>
      <p:sp>
        <p:nvSpPr>
          <p:cNvPr id="209" name="Text 170"/>
          <p:cNvSpPr/>
          <p:nvPr/>
        </p:nvSpPr>
        <p:spPr>
          <a:xfrm>
            <a:off x="9963150" y="2836366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750" dirty="0"/>
          </a:p>
        </p:txBody>
      </p:sp>
      <p:sp>
        <p:nvSpPr>
          <p:cNvPr id="210" name="Text 171"/>
          <p:cNvSpPr/>
          <p:nvPr/>
        </p:nvSpPr>
        <p:spPr>
          <a:xfrm>
            <a:off x="12578804" y="2737396"/>
            <a:ext cx="3466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888" dirty="0"/>
          </a:p>
        </p:txBody>
      </p:sp>
      <p:sp>
        <p:nvSpPr>
          <p:cNvPr id="211" name="Shape 172"/>
          <p:cNvSpPr/>
          <p:nvPr/>
        </p:nvSpPr>
        <p:spPr>
          <a:xfrm>
            <a:off x="10934700" y="2973586"/>
            <a:ext cx="1914525" cy="57150"/>
          </a:xfrm>
          <a:prstGeom prst="roundRect">
            <a:avLst>
              <a:gd name="adj" fmla="val 50000"/>
            </a:avLst>
          </a:prstGeom>
          <a:solidFill>
            <a:srgbClr val="191B30"/>
          </a:solidFill>
          <a:ln/>
        </p:spPr>
      </p:sp>
      <p:sp>
        <p:nvSpPr>
          <p:cNvPr id="212" name="Shape 173"/>
          <p:cNvSpPr/>
          <p:nvPr/>
        </p:nvSpPr>
        <p:spPr>
          <a:xfrm>
            <a:off x="12915900" y="2798266"/>
            <a:ext cx="209550" cy="209550"/>
          </a:xfrm>
          <a:prstGeom prst="roundRect">
            <a:avLst>
              <a:gd name="adj" fmla="val 1818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213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2982575" y="2860179"/>
            <a:ext cx="76200" cy="85725"/>
          </a:xfrm>
          <a:prstGeom prst="rect">
            <a:avLst/>
          </a:prstGeom>
        </p:spPr>
      </p:pic>
      <p:sp>
        <p:nvSpPr>
          <p:cNvPr id="214" name="Text 174"/>
          <p:cNvSpPr/>
          <p:nvPr/>
        </p:nvSpPr>
        <p:spPr>
          <a:xfrm>
            <a:off x="9963150" y="3253532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ROTATION</a:t>
            </a:r>
            <a:endParaRPr lang="en-US" sz="750" dirty="0"/>
          </a:p>
        </p:txBody>
      </p:sp>
      <p:sp>
        <p:nvSpPr>
          <p:cNvPr id="215" name="Text 175"/>
          <p:cNvSpPr/>
          <p:nvPr/>
        </p:nvSpPr>
        <p:spPr>
          <a:xfrm>
            <a:off x="12713940" y="3154561"/>
            <a:ext cx="2114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0°</a:t>
            </a:r>
            <a:endParaRPr lang="en-US" sz="888" dirty="0"/>
          </a:p>
        </p:txBody>
      </p:sp>
      <p:sp>
        <p:nvSpPr>
          <p:cNvPr id="216" name="Shape 176"/>
          <p:cNvSpPr/>
          <p:nvPr/>
        </p:nvSpPr>
        <p:spPr>
          <a:xfrm>
            <a:off x="10934700" y="3390751"/>
            <a:ext cx="1914525" cy="57150"/>
          </a:xfrm>
          <a:prstGeom prst="roundRect">
            <a:avLst>
              <a:gd name="adj" fmla="val 50000"/>
            </a:avLst>
          </a:prstGeom>
          <a:solidFill>
            <a:srgbClr val="191B30"/>
          </a:solidFill>
          <a:ln/>
        </p:spPr>
      </p:sp>
      <p:sp>
        <p:nvSpPr>
          <p:cNvPr id="217" name="Shape 177"/>
          <p:cNvSpPr/>
          <p:nvPr/>
        </p:nvSpPr>
        <p:spPr>
          <a:xfrm>
            <a:off x="12915900" y="3215432"/>
            <a:ext cx="209550" cy="209550"/>
          </a:xfrm>
          <a:prstGeom prst="roundRect">
            <a:avLst>
              <a:gd name="adj" fmla="val 1818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218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2982575" y="3277344"/>
            <a:ext cx="76200" cy="85725"/>
          </a:xfrm>
          <a:prstGeom prst="rect">
            <a:avLst/>
          </a:prstGeom>
        </p:spPr>
      </p:pic>
      <p:sp>
        <p:nvSpPr>
          <p:cNvPr id="219" name="Text 178"/>
          <p:cNvSpPr/>
          <p:nvPr/>
        </p:nvSpPr>
        <p:spPr>
          <a:xfrm>
            <a:off x="9963150" y="3670697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</a:t>
            </a:r>
            <a:endParaRPr lang="en-US" sz="750" dirty="0"/>
          </a:p>
        </p:txBody>
      </p:sp>
      <p:sp>
        <p:nvSpPr>
          <p:cNvPr id="220" name="Text 179"/>
          <p:cNvSpPr/>
          <p:nvPr/>
        </p:nvSpPr>
        <p:spPr>
          <a:xfrm>
            <a:off x="12578804" y="3571726"/>
            <a:ext cx="3466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888" dirty="0"/>
          </a:p>
        </p:txBody>
      </p:sp>
      <p:sp>
        <p:nvSpPr>
          <p:cNvPr id="221" name="Shape 180"/>
          <p:cNvSpPr/>
          <p:nvPr/>
        </p:nvSpPr>
        <p:spPr>
          <a:xfrm>
            <a:off x="10934700" y="3807916"/>
            <a:ext cx="1914525" cy="57150"/>
          </a:xfrm>
          <a:prstGeom prst="roundRect">
            <a:avLst>
              <a:gd name="adj" fmla="val 50000"/>
            </a:avLst>
          </a:prstGeom>
          <a:solidFill>
            <a:srgbClr val="191B30"/>
          </a:solidFill>
          <a:ln/>
        </p:spPr>
      </p:sp>
      <p:sp>
        <p:nvSpPr>
          <p:cNvPr id="222" name="Shape 181"/>
          <p:cNvSpPr/>
          <p:nvPr/>
        </p:nvSpPr>
        <p:spPr>
          <a:xfrm>
            <a:off x="12915900" y="3632597"/>
            <a:ext cx="209550" cy="209550"/>
          </a:xfrm>
          <a:prstGeom prst="roundRect">
            <a:avLst>
              <a:gd name="adj" fmla="val 18182"/>
            </a:avLst>
          </a:prstGeom>
          <a:ln w="9525">
            <a:solidFill>
              <a:srgbClr val="262845"/>
            </a:solidFill>
            <a:prstDash val="solid"/>
          </a:ln>
        </p:spPr>
      </p:sp>
      <p:pic>
        <p:nvPicPr>
          <p:cNvPr id="223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2982575" y="3694509"/>
            <a:ext cx="76200" cy="85725"/>
          </a:xfrm>
          <a:prstGeom prst="rect">
            <a:avLst/>
          </a:prstGeom>
        </p:spPr>
      </p:pic>
      <p:sp>
        <p:nvSpPr>
          <p:cNvPr id="224" name="Text 182"/>
          <p:cNvSpPr/>
          <p:nvPr/>
        </p:nvSpPr>
        <p:spPr>
          <a:xfrm>
            <a:off x="9963150" y="4055566"/>
            <a:ext cx="3478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endParaRPr lang="en-US" sz="750" dirty="0"/>
          </a:p>
        </p:txBody>
      </p:sp>
      <p:sp>
        <p:nvSpPr>
          <p:cNvPr id="225" name="Text 183"/>
          <p:cNvSpPr/>
          <p:nvPr/>
        </p:nvSpPr>
        <p:spPr>
          <a:xfrm>
            <a:off x="9963150" y="4369891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endParaRPr lang="en-US" sz="750" dirty="0"/>
          </a:p>
        </p:txBody>
      </p:sp>
      <p:sp>
        <p:nvSpPr>
          <p:cNvPr id="226" name="Shape 184"/>
          <p:cNvSpPr/>
          <p:nvPr/>
        </p:nvSpPr>
        <p:spPr>
          <a:xfrm>
            <a:off x="10934700" y="4265116"/>
            <a:ext cx="2190750" cy="342900"/>
          </a:xfrm>
          <a:prstGeom prst="roundRect">
            <a:avLst>
              <a:gd name="adj" fmla="val 27778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27" name="Shape 185"/>
          <p:cNvSpPr/>
          <p:nvPr/>
        </p:nvSpPr>
        <p:spPr>
          <a:xfrm>
            <a:off x="10972800" y="4303216"/>
            <a:ext cx="692051" cy="266700"/>
          </a:xfrm>
          <a:prstGeom prst="roundRect">
            <a:avLst>
              <a:gd name="adj" fmla="val 21429"/>
            </a:avLst>
          </a:prstGeom>
          <a:solidFill>
            <a:srgbClr val="151728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228" name="Text 186"/>
          <p:cNvSpPr/>
          <p:nvPr/>
        </p:nvSpPr>
        <p:spPr>
          <a:xfrm>
            <a:off x="11064240" y="4303216"/>
            <a:ext cx="509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B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750" dirty="0"/>
          </a:p>
        </p:txBody>
      </p:sp>
      <p:sp>
        <p:nvSpPr>
          <p:cNvPr id="229" name="Text 187"/>
          <p:cNvSpPr/>
          <p:nvPr/>
        </p:nvSpPr>
        <p:spPr>
          <a:xfrm>
            <a:off x="11775341" y="4303216"/>
            <a:ext cx="5093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</a:t>
            </a:r>
            <a:endParaRPr lang="en-US" sz="750" dirty="0"/>
          </a:p>
        </p:txBody>
      </p:sp>
      <p:sp>
        <p:nvSpPr>
          <p:cNvPr id="230" name="Text 188"/>
          <p:cNvSpPr/>
          <p:nvPr/>
        </p:nvSpPr>
        <p:spPr>
          <a:xfrm>
            <a:off x="12486590" y="4303216"/>
            <a:ext cx="509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</a:t>
            </a:r>
            <a:endParaRPr lang="en-US" sz="750" dirty="0"/>
          </a:p>
        </p:txBody>
      </p:sp>
      <p:sp>
        <p:nvSpPr>
          <p:cNvPr id="231" name="Shape 189"/>
          <p:cNvSpPr/>
          <p:nvPr/>
        </p:nvSpPr>
        <p:spPr>
          <a:xfrm>
            <a:off x="9963150" y="4684216"/>
            <a:ext cx="19050" cy="180975"/>
          </a:xfrm>
          <a:prstGeom prst="roundRect">
            <a:avLst>
              <a:gd name="adj" fmla="val 50000"/>
            </a:avLst>
          </a:prstGeom>
          <a:solidFill>
            <a:srgbClr val="8B6FFF"/>
          </a:solidFill>
          <a:ln w="9525">
            <a:solidFill>
              <a:srgbClr val="8B6FFF"/>
            </a:solidFill>
            <a:prstDash val="solid"/>
          </a:ln>
        </p:spPr>
      </p:sp>
      <p:sp>
        <p:nvSpPr>
          <p:cNvPr id="232" name="Shape 190"/>
          <p:cNvSpPr/>
          <p:nvPr/>
        </p:nvSpPr>
        <p:spPr>
          <a:xfrm>
            <a:off x="10106025" y="4703266"/>
            <a:ext cx="114300" cy="114300"/>
          </a:xfrm>
          <a:prstGeom prst="ellipse">
            <a:avLst/>
          </a:prstGeom>
          <a:solidFill>
            <a:srgbClr val="0E0820"/>
          </a:solidFill>
          <a:ln/>
        </p:spPr>
      </p:sp>
      <p:sp>
        <p:nvSpPr>
          <p:cNvPr id="233" name="Text 191"/>
          <p:cNvSpPr/>
          <p:nvPr/>
        </p:nvSpPr>
        <p:spPr>
          <a:xfrm>
            <a:off x="10065990" y="4693741"/>
            <a:ext cx="12540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Padded background</a:t>
            </a:r>
            <a:endParaRPr lang="en-US" sz="975" dirty="0"/>
          </a:p>
        </p:txBody>
      </p:sp>
      <p:sp>
        <p:nvSpPr>
          <p:cNvPr id="234" name="Text 192"/>
          <p:cNvSpPr/>
          <p:nvPr/>
        </p:nvSpPr>
        <p:spPr>
          <a:xfrm>
            <a:off x="11327606" y="4712791"/>
            <a:ext cx="7468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Blur · 36px</a:t>
            </a:r>
            <a:endParaRPr lang="en-US" sz="750" dirty="0"/>
          </a:p>
        </p:txBody>
      </p:sp>
      <p:sp>
        <p:nvSpPr>
          <p:cNvPr id="235" name="Shape 193"/>
          <p:cNvSpPr/>
          <p:nvPr/>
        </p:nvSpPr>
        <p:spPr>
          <a:xfrm>
            <a:off x="76200" y="5924550"/>
            <a:ext cx="13182600" cy="2114550"/>
          </a:xfrm>
          <a:prstGeom prst="roundRect">
            <a:avLst>
              <a:gd name="adj" fmla="val 4505"/>
            </a:avLst>
          </a:prstGeom>
          <a:solidFill>
            <a:srgbClr val="151728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36" name="Text 194"/>
          <p:cNvSpPr/>
          <p:nvPr/>
        </p:nvSpPr>
        <p:spPr>
          <a:xfrm>
            <a:off x="200025" y="6076950"/>
            <a:ext cx="8935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00:00:14:08</a:t>
            </a:r>
            <a:endParaRPr lang="en-US" sz="975" dirty="0"/>
          </a:p>
        </p:txBody>
      </p:sp>
      <p:sp>
        <p:nvSpPr>
          <p:cNvPr id="237" name="Text 195"/>
          <p:cNvSpPr/>
          <p:nvPr/>
        </p:nvSpPr>
        <p:spPr>
          <a:xfrm>
            <a:off x="1084064" y="6076950"/>
            <a:ext cx="1506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889AA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75" dirty="0"/>
          </a:p>
        </p:txBody>
      </p:sp>
      <p:sp>
        <p:nvSpPr>
          <p:cNvPr id="238" name="Text 196"/>
          <p:cNvSpPr/>
          <p:nvPr/>
        </p:nvSpPr>
        <p:spPr>
          <a:xfrm>
            <a:off x="1225153" y="6076950"/>
            <a:ext cx="6706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02:34:00</a:t>
            </a:r>
            <a:endParaRPr lang="en-US" sz="975" dirty="0"/>
          </a:p>
        </p:txBody>
      </p:sp>
      <p:sp>
        <p:nvSpPr>
          <p:cNvPr id="239" name="Shape 197"/>
          <p:cNvSpPr/>
          <p:nvPr/>
        </p:nvSpPr>
        <p:spPr>
          <a:xfrm>
            <a:off x="1971973" y="6072188"/>
            <a:ext cx="1376363" cy="180975"/>
          </a:xfrm>
          <a:prstGeom prst="roundRect">
            <a:avLst>
              <a:gd name="adj" fmla="val 15789"/>
            </a:avLst>
          </a:prstGeom>
          <a:solidFill>
            <a:srgbClr val="8B6FFF">
              <a:alpha val="14000"/>
            </a:srgbClr>
          </a:solidFill>
          <a:ln/>
        </p:spPr>
      </p:sp>
      <p:sp>
        <p:nvSpPr>
          <p:cNvPr id="240" name="Text 198"/>
          <p:cNvSpPr/>
          <p:nvPr/>
        </p:nvSpPr>
        <p:spPr>
          <a:xfrm>
            <a:off x="2038648" y="6100763"/>
            <a:ext cx="13192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58" kern="0" dirty="0">
                <a:solidFill>
                  <a:srgbClr val="8B6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00:00 · OUT 00:48</a:t>
            </a:r>
            <a:endParaRPr lang="en-US" sz="720" dirty="0"/>
          </a:p>
        </p:txBody>
      </p:sp>
      <p:sp>
        <p:nvSpPr>
          <p:cNvPr id="241" name="Text 199"/>
          <p:cNvSpPr/>
          <p:nvPr/>
        </p:nvSpPr>
        <p:spPr>
          <a:xfrm>
            <a:off x="11225838" y="6038850"/>
            <a:ext cx="352217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750" dirty="0"/>
          </a:p>
        </p:txBody>
      </p:sp>
      <p:sp>
        <p:nvSpPr>
          <p:cNvPr id="242" name="Text 200"/>
          <p:cNvSpPr/>
          <p:nvPr/>
        </p:nvSpPr>
        <p:spPr>
          <a:xfrm>
            <a:off x="11793319" y="6038850"/>
            <a:ext cx="450592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750" dirty="0"/>
          </a:p>
        </p:txBody>
      </p:sp>
      <p:sp>
        <p:nvSpPr>
          <p:cNvPr id="243" name="Text 201"/>
          <p:cNvSpPr/>
          <p:nvPr/>
        </p:nvSpPr>
        <p:spPr>
          <a:xfrm>
            <a:off x="12459176" y="6038850"/>
            <a:ext cx="582454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45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MARKER</a:t>
            </a:r>
            <a:endParaRPr lang="en-US" sz="750" dirty="0"/>
          </a:p>
        </p:txBody>
      </p:sp>
      <p:sp>
        <p:nvSpPr>
          <p:cNvPr id="244" name="Shape 202"/>
          <p:cNvSpPr/>
          <p:nvPr/>
        </p:nvSpPr>
        <p:spPr>
          <a:xfrm>
            <a:off x="200025" y="6677025"/>
            <a:ext cx="1485900" cy="290513"/>
          </a:xfrm>
          <a:prstGeom prst="roundRect">
            <a:avLst>
              <a:gd name="adj" fmla="val 19672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45" name="Text 203"/>
          <p:cNvSpPr/>
          <p:nvPr/>
        </p:nvSpPr>
        <p:spPr>
          <a:xfrm>
            <a:off x="270421" y="6723757"/>
            <a:ext cx="71645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2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750" dirty="0"/>
          </a:p>
        </p:txBody>
      </p:sp>
      <p:sp>
        <p:nvSpPr>
          <p:cNvPr id="246" name="Text 204"/>
          <p:cNvSpPr/>
          <p:nvPr/>
        </p:nvSpPr>
        <p:spPr>
          <a:xfrm>
            <a:off x="270421" y="6828532"/>
            <a:ext cx="716459" cy="1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" spc="40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 · 2 CLIPS</a:t>
            </a:r>
            <a:endParaRPr lang="en-US" sz="660" dirty="0"/>
          </a:p>
        </p:txBody>
      </p:sp>
      <p:sp>
        <p:nvSpPr>
          <p:cNvPr id="247" name="Shape 205"/>
          <p:cNvSpPr/>
          <p:nvPr/>
        </p:nvSpPr>
        <p:spPr>
          <a:xfrm>
            <a:off x="948779" y="6717506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48" name="Text 206"/>
          <p:cNvSpPr/>
          <p:nvPr/>
        </p:nvSpPr>
        <p:spPr>
          <a:xfrm>
            <a:off x="920204" y="67270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90" dirty="0"/>
          </a:p>
        </p:txBody>
      </p:sp>
      <p:sp>
        <p:nvSpPr>
          <p:cNvPr id="249" name="Shape 207"/>
          <p:cNvSpPr/>
          <p:nvPr/>
        </p:nvSpPr>
        <p:spPr>
          <a:xfrm>
            <a:off x="1177379" y="6717506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50" name="Text 208"/>
          <p:cNvSpPr/>
          <p:nvPr/>
        </p:nvSpPr>
        <p:spPr>
          <a:xfrm>
            <a:off x="1148804" y="67270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251" name="Shape 209"/>
          <p:cNvSpPr/>
          <p:nvPr/>
        </p:nvSpPr>
        <p:spPr>
          <a:xfrm>
            <a:off x="1405979" y="6717506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52" name="Text 210"/>
          <p:cNvSpPr/>
          <p:nvPr/>
        </p:nvSpPr>
        <p:spPr>
          <a:xfrm>
            <a:off x="1377404" y="67270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690" dirty="0"/>
          </a:p>
        </p:txBody>
      </p:sp>
      <p:sp>
        <p:nvSpPr>
          <p:cNvPr id="253" name="Shape 211"/>
          <p:cNvSpPr/>
          <p:nvPr/>
        </p:nvSpPr>
        <p:spPr>
          <a:xfrm>
            <a:off x="200025" y="7005638"/>
            <a:ext cx="1485900" cy="290513"/>
          </a:xfrm>
          <a:prstGeom prst="roundRect">
            <a:avLst>
              <a:gd name="adj" fmla="val 19672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54" name="Text 212"/>
          <p:cNvSpPr/>
          <p:nvPr/>
        </p:nvSpPr>
        <p:spPr>
          <a:xfrm>
            <a:off x="270421" y="7052370"/>
            <a:ext cx="71645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2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750" dirty="0"/>
          </a:p>
        </p:txBody>
      </p:sp>
      <p:sp>
        <p:nvSpPr>
          <p:cNvPr id="255" name="Text 213"/>
          <p:cNvSpPr/>
          <p:nvPr/>
        </p:nvSpPr>
        <p:spPr>
          <a:xfrm>
            <a:off x="270421" y="7157145"/>
            <a:ext cx="716459" cy="1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" spc="40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 · −3 DB</a:t>
            </a:r>
            <a:endParaRPr lang="en-US" sz="660" dirty="0"/>
          </a:p>
        </p:txBody>
      </p:sp>
      <p:sp>
        <p:nvSpPr>
          <p:cNvPr id="256" name="Shape 214"/>
          <p:cNvSpPr/>
          <p:nvPr/>
        </p:nvSpPr>
        <p:spPr>
          <a:xfrm>
            <a:off x="948779" y="7046119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57" name="Text 215"/>
          <p:cNvSpPr/>
          <p:nvPr/>
        </p:nvSpPr>
        <p:spPr>
          <a:xfrm>
            <a:off x="920204" y="7055644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90" dirty="0"/>
          </a:p>
        </p:txBody>
      </p:sp>
      <p:sp>
        <p:nvSpPr>
          <p:cNvPr id="258" name="Text 216"/>
          <p:cNvSpPr/>
          <p:nvPr/>
        </p:nvSpPr>
        <p:spPr>
          <a:xfrm>
            <a:off x="1148804" y="7055644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F4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259" name="Shape 217"/>
          <p:cNvSpPr/>
          <p:nvPr/>
        </p:nvSpPr>
        <p:spPr>
          <a:xfrm>
            <a:off x="1405979" y="7046119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60" name="Text 218"/>
          <p:cNvSpPr/>
          <p:nvPr/>
        </p:nvSpPr>
        <p:spPr>
          <a:xfrm>
            <a:off x="1377404" y="7055644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690" dirty="0"/>
          </a:p>
        </p:txBody>
      </p:sp>
      <p:sp>
        <p:nvSpPr>
          <p:cNvPr id="261" name="Shape 219"/>
          <p:cNvSpPr/>
          <p:nvPr/>
        </p:nvSpPr>
        <p:spPr>
          <a:xfrm>
            <a:off x="200025" y="7334250"/>
            <a:ext cx="1485900" cy="290513"/>
          </a:xfrm>
          <a:prstGeom prst="roundRect">
            <a:avLst>
              <a:gd name="adj" fmla="val 19672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62" name="Text 220"/>
          <p:cNvSpPr/>
          <p:nvPr/>
        </p:nvSpPr>
        <p:spPr>
          <a:xfrm>
            <a:off x="270421" y="7380982"/>
            <a:ext cx="71645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2" kern="0" dirty="0">
                <a:solidFill>
                  <a:srgbClr val="ECEDF5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750" dirty="0"/>
          </a:p>
        </p:txBody>
      </p:sp>
      <p:sp>
        <p:nvSpPr>
          <p:cNvPr id="263" name="Text 221"/>
          <p:cNvSpPr/>
          <p:nvPr/>
        </p:nvSpPr>
        <p:spPr>
          <a:xfrm>
            <a:off x="270421" y="7485757"/>
            <a:ext cx="716459" cy="1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" spc="40" kern="0" dirty="0">
                <a:solidFill>
                  <a:srgbClr val="8889A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 · LOCKED</a:t>
            </a:r>
            <a:endParaRPr lang="en-US" sz="660" dirty="0"/>
          </a:p>
        </p:txBody>
      </p:sp>
      <p:sp>
        <p:nvSpPr>
          <p:cNvPr id="264" name="Shape 222"/>
          <p:cNvSpPr/>
          <p:nvPr/>
        </p:nvSpPr>
        <p:spPr>
          <a:xfrm>
            <a:off x="948779" y="7374731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65" name="Text 223"/>
          <p:cNvSpPr/>
          <p:nvPr/>
        </p:nvSpPr>
        <p:spPr>
          <a:xfrm>
            <a:off x="920204" y="7384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90" dirty="0"/>
          </a:p>
        </p:txBody>
      </p:sp>
      <p:sp>
        <p:nvSpPr>
          <p:cNvPr id="266" name="Shape 224"/>
          <p:cNvSpPr/>
          <p:nvPr/>
        </p:nvSpPr>
        <p:spPr>
          <a:xfrm>
            <a:off x="1177379" y="7374731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67" name="Text 225"/>
          <p:cNvSpPr/>
          <p:nvPr/>
        </p:nvSpPr>
        <p:spPr>
          <a:xfrm>
            <a:off x="1148804" y="7384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268" name="Shape 226"/>
          <p:cNvSpPr/>
          <p:nvPr/>
        </p:nvSpPr>
        <p:spPr>
          <a:xfrm>
            <a:off x="1405979" y="7374731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8B6FFF">
              <a:alpha val="14000"/>
            </a:srgbClr>
          </a:solidFill>
          <a:ln/>
        </p:spPr>
      </p:sp>
      <p:sp>
        <p:nvSpPr>
          <p:cNvPr id="269" name="Text 227"/>
          <p:cNvSpPr/>
          <p:nvPr/>
        </p:nvSpPr>
        <p:spPr>
          <a:xfrm>
            <a:off x="1377404" y="7384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B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690" dirty="0"/>
          </a:p>
        </p:txBody>
      </p:sp>
      <p:sp>
        <p:nvSpPr>
          <p:cNvPr id="270" name="Shape 228"/>
          <p:cNvSpPr/>
          <p:nvPr/>
        </p:nvSpPr>
        <p:spPr>
          <a:xfrm>
            <a:off x="200025" y="7662863"/>
            <a:ext cx="1485900" cy="290513"/>
          </a:xfrm>
          <a:prstGeom prst="roundRect">
            <a:avLst>
              <a:gd name="adj" fmla="val 19672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71" name="Text 229"/>
          <p:cNvSpPr/>
          <p:nvPr/>
        </p:nvSpPr>
        <p:spPr>
          <a:xfrm>
            <a:off x="270421" y="7709595"/>
            <a:ext cx="71645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52" kern="0" dirty="0">
                <a:solidFill>
                  <a:srgbClr val="EC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</a:t>
            </a:r>
            <a:endParaRPr lang="en-US" sz="750" dirty="0"/>
          </a:p>
        </p:txBody>
      </p:sp>
      <p:sp>
        <p:nvSpPr>
          <p:cNvPr id="272" name="Text 230"/>
          <p:cNvSpPr/>
          <p:nvPr/>
        </p:nvSpPr>
        <p:spPr>
          <a:xfrm>
            <a:off x="270421" y="7814370"/>
            <a:ext cx="716459" cy="1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60" spc="40" kern="0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CAPTIONS · 142 CUES</a:t>
            </a:r>
            <a:endParaRPr lang="en-US" sz="660" dirty="0"/>
          </a:p>
        </p:txBody>
      </p:sp>
      <p:sp>
        <p:nvSpPr>
          <p:cNvPr id="273" name="Shape 231"/>
          <p:cNvSpPr/>
          <p:nvPr/>
        </p:nvSpPr>
        <p:spPr>
          <a:xfrm>
            <a:off x="948779" y="7703344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74" name="Text 232"/>
          <p:cNvSpPr/>
          <p:nvPr/>
        </p:nvSpPr>
        <p:spPr>
          <a:xfrm>
            <a:off x="920204" y="7712869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90" dirty="0"/>
          </a:p>
        </p:txBody>
      </p:sp>
      <p:sp>
        <p:nvSpPr>
          <p:cNvPr id="275" name="Shape 233"/>
          <p:cNvSpPr/>
          <p:nvPr/>
        </p:nvSpPr>
        <p:spPr>
          <a:xfrm>
            <a:off x="1177379" y="7703344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76" name="Text 234"/>
          <p:cNvSpPr/>
          <p:nvPr/>
        </p:nvSpPr>
        <p:spPr>
          <a:xfrm>
            <a:off x="1148804" y="7712869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90" dirty="0"/>
          </a:p>
        </p:txBody>
      </p:sp>
      <p:sp>
        <p:nvSpPr>
          <p:cNvPr id="277" name="Shape 235"/>
          <p:cNvSpPr/>
          <p:nvPr/>
        </p:nvSpPr>
        <p:spPr>
          <a:xfrm>
            <a:off x="1405979" y="7703344"/>
            <a:ext cx="209550" cy="209550"/>
          </a:xfrm>
          <a:prstGeom prst="roundRect">
            <a:avLst>
              <a:gd name="adj" fmla="val 27273"/>
            </a:avLst>
          </a:prstGeom>
          <a:ln w="9525">
            <a:solidFill>
              <a:srgbClr val="262845"/>
            </a:solidFill>
            <a:prstDash val="solid"/>
          </a:ln>
        </p:spPr>
      </p:sp>
      <p:sp>
        <p:nvSpPr>
          <p:cNvPr id="278" name="Text 236"/>
          <p:cNvSpPr/>
          <p:nvPr/>
        </p:nvSpPr>
        <p:spPr>
          <a:xfrm>
            <a:off x="1377404" y="7712869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spc="41" kern="0" dirty="0">
                <a:solidFill>
                  <a:srgbClr val="88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690" dirty="0"/>
          </a:p>
        </p:txBody>
      </p:sp>
      <p:sp>
        <p:nvSpPr>
          <p:cNvPr id="279" name="Shape 237"/>
          <p:cNvSpPr/>
          <p:nvPr/>
        </p:nvSpPr>
        <p:spPr>
          <a:xfrm>
            <a:off x="1743075" y="6372225"/>
            <a:ext cx="11391900" cy="28575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353760">
                  <a:alpha val="100000"/>
                </a:srgbClr>
              </a:gs>
              <a:gs pos="100000">
                <a:srgbClr val="191B30">
                  <a:alpha val="100000"/>
                </a:srgbClr>
              </a:gs>
            </a:gsLst>
            <a:lin ang="0" scaled="0"/>
          </a:gradFill>
          <a:ln w="9525">
            <a:solidFill>
              <a:srgbClr val="262845"/>
            </a:solidFill>
            <a:prstDash val="solid"/>
          </a:ln>
        </p:spPr>
      </p:sp>
      <p:sp>
        <p:nvSpPr>
          <p:cNvPr id="280" name="Shape 238"/>
          <p:cNvSpPr/>
          <p:nvPr/>
        </p:nvSpPr>
        <p:spPr>
          <a:xfrm>
            <a:off x="3344763" y="6381750"/>
            <a:ext cx="19050" cy="26670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281" name="Shape 239"/>
          <p:cNvSpPr/>
          <p:nvPr/>
        </p:nvSpPr>
        <p:spPr>
          <a:xfrm>
            <a:off x="1743075" y="6696075"/>
            <a:ext cx="11391900" cy="381000"/>
          </a:xfrm>
          <a:prstGeom prst="roundRect">
            <a:avLst>
              <a:gd name="adj" fmla="val 10000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82" name="Shape 240"/>
          <p:cNvSpPr/>
          <p:nvPr/>
        </p:nvSpPr>
        <p:spPr>
          <a:xfrm>
            <a:off x="1866305" y="6734175"/>
            <a:ext cx="3980408" cy="361950"/>
          </a:xfrm>
          <a:prstGeom prst="roundRect">
            <a:avLst>
              <a:gd name="adj" fmla="val 15789"/>
            </a:avLst>
          </a:prstGeom>
          <a:solidFill>
            <a:srgbClr val="8B6FFF"/>
          </a:solidFill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283" name="Text 241"/>
          <p:cNvSpPr/>
          <p:nvPr/>
        </p:nvSpPr>
        <p:spPr>
          <a:xfrm>
            <a:off x="1952030" y="6848475"/>
            <a:ext cx="7364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interview-a</a:t>
            </a:r>
            <a:endParaRPr lang="en-US" sz="750" dirty="0"/>
          </a:p>
        </p:txBody>
      </p:sp>
      <p:sp>
        <p:nvSpPr>
          <p:cNvPr id="284" name="Shape 242"/>
          <p:cNvSpPr/>
          <p:nvPr/>
        </p:nvSpPr>
        <p:spPr>
          <a:xfrm>
            <a:off x="5628680" y="6772275"/>
            <a:ext cx="179933" cy="123825"/>
          </a:xfrm>
          <a:prstGeom prst="roundRect">
            <a:avLst>
              <a:gd name="adj" fmla="val 15385"/>
            </a:avLst>
          </a:prstGeom>
          <a:solidFill>
            <a:srgbClr val="000000">
              <a:alpha val="28000"/>
            </a:srgbClr>
          </a:solidFill>
          <a:ln/>
        </p:spPr>
      </p:sp>
      <p:sp>
        <p:nvSpPr>
          <p:cNvPr id="285" name="Text 243"/>
          <p:cNvSpPr/>
          <p:nvPr/>
        </p:nvSpPr>
        <p:spPr>
          <a:xfrm>
            <a:off x="5628680" y="6772275"/>
            <a:ext cx="179933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spc="48" kern="0" dirty="0">
                <a:solidFill>
                  <a:srgbClr val="FFFFFF">
                    <a:alpha val="8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</a:t>
            </a:r>
            <a:endParaRPr lang="en-US" sz="600" dirty="0"/>
          </a:p>
        </p:txBody>
      </p:sp>
      <p:sp>
        <p:nvSpPr>
          <p:cNvPr id="286" name="Shape 244"/>
          <p:cNvSpPr/>
          <p:nvPr/>
        </p:nvSpPr>
        <p:spPr>
          <a:xfrm>
            <a:off x="6074271" y="6734175"/>
            <a:ext cx="2274540" cy="361950"/>
          </a:xfrm>
          <a:prstGeom prst="roundRect">
            <a:avLst>
              <a:gd name="adj" fmla="val 15789"/>
            </a:avLst>
          </a:prstGeom>
          <a:solidFill>
            <a:srgbClr val="8B6FFF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287" name="Text 245"/>
          <p:cNvSpPr/>
          <p:nvPr/>
        </p:nvSpPr>
        <p:spPr>
          <a:xfrm>
            <a:off x="6159996" y="6848475"/>
            <a:ext cx="7963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broll-street</a:t>
            </a:r>
            <a:endParaRPr lang="en-US" sz="750" dirty="0"/>
          </a:p>
        </p:txBody>
      </p:sp>
      <p:sp>
        <p:nvSpPr>
          <p:cNvPr id="288" name="Shape 246"/>
          <p:cNvSpPr/>
          <p:nvPr/>
        </p:nvSpPr>
        <p:spPr>
          <a:xfrm>
            <a:off x="8576221" y="6734175"/>
            <a:ext cx="2729359" cy="361950"/>
          </a:xfrm>
          <a:prstGeom prst="roundRect">
            <a:avLst>
              <a:gd name="adj" fmla="val 15789"/>
            </a:avLst>
          </a:prstGeom>
          <a:solidFill>
            <a:srgbClr val="8B6FFF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289" name="Text 247"/>
          <p:cNvSpPr/>
          <p:nvPr/>
        </p:nvSpPr>
        <p:spPr>
          <a:xfrm>
            <a:off x="8661946" y="6848475"/>
            <a:ext cx="10364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screen-recording</a:t>
            </a:r>
            <a:endParaRPr lang="en-US" sz="750" dirty="0"/>
          </a:p>
        </p:txBody>
      </p:sp>
      <p:sp>
        <p:nvSpPr>
          <p:cNvPr id="290" name="Shape 248"/>
          <p:cNvSpPr/>
          <p:nvPr/>
        </p:nvSpPr>
        <p:spPr>
          <a:xfrm>
            <a:off x="3344763" y="6705600"/>
            <a:ext cx="19050" cy="36195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291" name="Shape 249"/>
          <p:cNvSpPr/>
          <p:nvPr/>
        </p:nvSpPr>
        <p:spPr>
          <a:xfrm>
            <a:off x="1743075" y="7115175"/>
            <a:ext cx="11391900" cy="381000"/>
          </a:xfrm>
          <a:prstGeom prst="roundRect">
            <a:avLst>
              <a:gd name="adj" fmla="val 10000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92" name="Shape 250"/>
          <p:cNvSpPr/>
          <p:nvPr/>
        </p:nvSpPr>
        <p:spPr>
          <a:xfrm>
            <a:off x="1866305" y="7153275"/>
            <a:ext cx="6596211" cy="361950"/>
          </a:xfrm>
          <a:prstGeom prst="roundRect">
            <a:avLst>
              <a:gd name="adj" fmla="val 15789"/>
            </a:avLst>
          </a:prstGeom>
          <a:solidFill>
            <a:srgbClr val="36D399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293" name="Text 251"/>
          <p:cNvSpPr/>
          <p:nvPr/>
        </p:nvSpPr>
        <p:spPr>
          <a:xfrm>
            <a:off x="1952030" y="7267575"/>
            <a:ext cx="7963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interview-vo</a:t>
            </a:r>
            <a:endParaRPr lang="en-US" sz="750" dirty="0"/>
          </a:p>
        </p:txBody>
      </p:sp>
      <p:sp>
        <p:nvSpPr>
          <p:cNvPr id="294" name="Shape 252"/>
          <p:cNvSpPr/>
          <p:nvPr/>
        </p:nvSpPr>
        <p:spPr>
          <a:xfrm>
            <a:off x="3344763" y="7124700"/>
            <a:ext cx="19050" cy="36195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295" name="Shape 253"/>
          <p:cNvSpPr/>
          <p:nvPr/>
        </p:nvSpPr>
        <p:spPr>
          <a:xfrm>
            <a:off x="1743075" y="7534275"/>
            <a:ext cx="11391900" cy="381000"/>
          </a:xfrm>
          <a:prstGeom prst="roundRect">
            <a:avLst>
              <a:gd name="adj" fmla="val 10000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296" name="Shape 254"/>
          <p:cNvSpPr/>
          <p:nvPr/>
        </p:nvSpPr>
        <p:spPr>
          <a:xfrm>
            <a:off x="1866305" y="7572375"/>
            <a:ext cx="9325719" cy="361950"/>
          </a:xfrm>
          <a:prstGeom prst="roundRect">
            <a:avLst>
              <a:gd name="adj" fmla="val 15789"/>
            </a:avLst>
          </a:prstGeom>
          <a:solidFill>
            <a:srgbClr val="36D399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297" name="Text 255"/>
          <p:cNvSpPr/>
          <p:nvPr/>
        </p:nvSpPr>
        <p:spPr>
          <a:xfrm>
            <a:off x="1952030" y="7686675"/>
            <a:ext cx="10364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background-music</a:t>
            </a:r>
            <a:endParaRPr lang="en-US" sz="750" dirty="0"/>
          </a:p>
        </p:txBody>
      </p:sp>
      <p:sp>
        <p:nvSpPr>
          <p:cNvPr id="298" name="Shape 256"/>
          <p:cNvSpPr/>
          <p:nvPr/>
        </p:nvSpPr>
        <p:spPr>
          <a:xfrm>
            <a:off x="10870406" y="7610475"/>
            <a:ext cx="283518" cy="123825"/>
          </a:xfrm>
          <a:prstGeom prst="roundRect">
            <a:avLst>
              <a:gd name="adj" fmla="val 15385"/>
            </a:avLst>
          </a:prstGeom>
          <a:solidFill>
            <a:srgbClr val="000000">
              <a:alpha val="28000"/>
            </a:srgbClr>
          </a:solidFill>
          <a:ln/>
        </p:spPr>
      </p:sp>
      <p:sp>
        <p:nvSpPr>
          <p:cNvPr id="299" name="Text 257"/>
          <p:cNvSpPr/>
          <p:nvPr/>
        </p:nvSpPr>
        <p:spPr>
          <a:xfrm>
            <a:off x="10870406" y="7610475"/>
            <a:ext cx="283518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spc="48" kern="0" dirty="0">
                <a:solidFill>
                  <a:srgbClr val="FFFFFF">
                    <a:alpha val="8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600" dirty="0"/>
          </a:p>
        </p:txBody>
      </p:sp>
      <p:sp>
        <p:nvSpPr>
          <p:cNvPr id="300" name="Shape 258"/>
          <p:cNvSpPr/>
          <p:nvPr/>
        </p:nvSpPr>
        <p:spPr>
          <a:xfrm>
            <a:off x="3344763" y="7543800"/>
            <a:ext cx="19050" cy="36195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301" name="Shape 259"/>
          <p:cNvSpPr/>
          <p:nvPr/>
        </p:nvSpPr>
        <p:spPr>
          <a:xfrm>
            <a:off x="1743075" y="7953375"/>
            <a:ext cx="11391900" cy="381000"/>
          </a:xfrm>
          <a:prstGeom prst="roundRect">
            <a:avLst>
              <a:gd name="adj" fmla="val 10000"/>
            </a:avLst>
          </a:prstGeom>
          <a:solidFill>
            <a:srgbClr val="191B30"/>
          </a:solidFill>
          <a:ln w="9525">
            <a:solidFill>
              <a:srgbClr val="262845"/>
            </a:solidFill>
            <a:prstDash val="solid"/>
          </a:ln>
        </p:spPr>
      </p:sp>
      <p:sp>
        <p:nvSpPr>
          <p:cNvPr id="302" name="Shape 260"/>
          <p:cNvSpPr/>
          <p:nvPr/>
        </p:nvSpPr>
        <p:spPr>
          <a:xfrm>
            <a:off x="1866305" y="7991475"/>
            <a:ext cx="6596211" cy="361950"/>
          </a:xfrm>
          <a:prstGeom prst="roundRect">
            <a:avLst>
              <a:gd name="adj" fmla="val 15789"/>
            </a:avLst>
          </a:prstGeom>
          <a:solidFill>
            <a:srgbClr val="36D399"/>
          </a:solidFill>
          <a:ln/>
          <a:effectLst>
            <a:outerShdw sx="100000" sy="100000" kx="0" ky="0" algn="bl" rotWithShape="0" blurRad="28575" dist="9525" dir="5400000">
              <a:srgbClr val="000000">
                <a:alpha val="12000"/>
              </a:srgbClr>
            </a:outerShdw>
          </a:effectLst>
        </p:spPr>
      </p:sp>
      <p:sp>
        <p:nvSpPr>
          <p:cNvPr id="303" name="Text 261"/>
          <p:cNvSpPr/>
          <p:nvPr/>
        </p:nvSpPr>
        <p:spPr>
          <a:xfrm>
            <a:off x="1952030" y="8105775"/>
            <a:ext cx="7364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22" kern="0" dirty="0">
                <a:solidFill>
                  <a:srgbClr val="FFFFFF">
                    <a:alpha val="9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captions-en</a:t>
            </a:r>
            <a:endParaRPr lang="en-US" sz="750" dirty="0"/>
          </a:p>
        </p:txBody>
      </p:sp>
      <p:sp>
        <p:nvSpPr>
          <p:cNvPr id="304" name="Shape 262"/>
          <p:cNvSpPr/>
          <p:nvPr/>
        </p:nvSpPr>
        <p:spPr>
          <a:xfrm>
            <a:off x="8192691" y="8029575"/>
            <a:ext cx="231725" cy="123825"/>
          </a:xfrm>
          <a:prstGeom prst="roundRect">
            <a:avLst>
              <a:gd name="adj" fmla="val 15385"/>
            </a:avLst>
          </a:prstGeom>
          <a:solidFill>
            <a:srgbClr val="000000">
              <a:alpha val="28000"/>
            </a:srgbClr>
          </a:solidFill>
          <a:ln/>
        </p:spPr>
      </p:sp>
      <p:sp>
        <p:nvSpPr>
          <p:cNvPr id="305" name="Text 263"/>
          <p:cNvSpPr/>
          <p:nvPr/>
        </p:nvSpPr>
        <p:spPr>
          <a:xfrm>
            <a:off x="8192691" y="8029575"/>
            <a:ext cx="231725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00" b="1" spc="48" kern="0" dirty="0">
                <a:solidFill>
                  <a:srgbClr val="FFFFFF">
                    <a:alpha val="8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</a:t>
            </a:r>
            <a:endParaRPr lang="en-US" sz="600" dirty="0"/>
          </a:p>
        </p:txBody>
      </p:sp>
      <p:sp>
        <p:nvSpPr>
          <p:cNvPr id="306" name="Shape 264"/>
          <p:cNvSpPr/>
          <p:nvPr/>
        </p:nvSpPr>
        <p:spPr>
          <a:xfrm>
            <a:off x="3344763" y="7962900"/>
            <a:ext cx="19050" cy="361950"/>
          </a:xfrm>
          <a:prstGeom prst="rect">
            <a:avLst/>
          </a:prstGeom>
          <a:solidFill>
            <a:srgbClr val="8B6FFF"/>
          </a:solidFill>
          <a:ln/>
        </p:spPr>
      </p:sp>
      <p:sp>
        <p:nvSpPr>
          <p:cNvPr id="307" name="Shape 265"/>
          <p:cNvSpPr/>
          <p:nvPr/>
        </p:nvSpPr>
        <p:spPr>
          <a:xfrm>
            <a:off x="0" y="8115300"/>
            <a:ext cx="13335000" cy="266700"/>
          </a:xfrm>
          <a:prstGeom prst="rect">
            <a:avLst/>
          </a:prstGeom>
          <a:solidFill>
            <a:srgbClr val="0C0D18"/>
          </a:solidFill>
          <a:ln/>
        </p:spPr>
      </p:sp>
      <p:sp>
        <p:nvSpPr>
          <p:cNvPr id="308" name="Shape 266"/>
          <p:cNvSpPr/>
          <p:nvPr/>
        </p:nvSpPr>
        <p:spPr>
          <a:xfrm>
            <a:off x="0" y="8115300"/>
            <a:ext cx="13335000" cy="9525"/>
          </a:xfrm>
          <a:prstGeom prst="rect">
            <a:avLst/>
          </a:prstGeom>
          <a:solidFill>
            <a:srgbClr val="262845"/>
          </a:solidFill>
          <a:ln/>
        </p:spPr>
      </p:sp>
      <p:sp>
        <p:nvSpPr>
          <p:cNvPr id="309" name="Text 267"/>
          <p:cNvSpPr/>
          <p:nvPr/>
        </p:nvSpPr>
        <p:spPr>
          <a:xfrm>
            <a:off x="114300" y="8177213"/>
            <a:ext cx="55024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88" dirty="0">
                <a:solidFill>
                  <a:srgbClr val="888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ready · WebGPU (bgra8unorm, rg11b10ufloat) · Captions worker idle</a:t>
            </a:r>
            <a:endParaRPr lang="en-US" sz="888" dirty="0"/>
          </a:p>
        </p:txBody>
      </p:sp>
      <p:sp>
        <p:nvSpPr>
          <p:cNvPr id="310" name="Shape 268"/>
          <p:cNvSpPr/>
          <p:nvPr/>
        </p:nvSpPr>
        <p:spPr>
          <a:xfrm>
            <a:off x="10454729" y="8143726"/>
            <a:ext cx="1011436" cy="219373"/>
          </a:xfrm>
          <a:prstGeom prst="roundRect">
            <a:avLst>
              <a:gd name="adj" fmla="val 50000"/>
            </a:avLst>
          </a:prstGeom>
          <a:solidFill>
            <a:srgbClr val="36D399">
              <a:alpha val="14000"/>
            </a:srgbClr>
          </a:solidFill>
          <a:ln/>
        </p:spPr>
      </p:sp>
      <p:sp>
        <p:nvSpPr>
          <p:cNvPr id="311" name="Text 269"/>
          <p:cNvSpPr/>
          <p:nvPr/>
        </p:nvSpPr>
        <p:spPr>
          <a:xfrm>
            <a:off x="10555694" y="8186779"/>
            <a:ext cx="885706" cy="1713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36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OFFLINE-READY</a:t>
            </a:r>
            <a:endParaRPr lang="en-US" sz="750" dirty="0"/>
          </a:p>
        </p:txBody>
      </p:sp>
      <p:sp>
        <p:nvSpPr>
          <p:cNvPr id="312" name="Shape 270"/>
          <p:cNvSpPr/>
          <p:nvPr/>
        </p:nvSpPr>
        <p:spPr>
          <a:xfrm>
            <a:off x="11513790" y="8143726"/>
            <a:ext cx="815727" cy="219373"/>
          </a:xfrm>
          <a:prstGeom prst="roundRect">
            <a:avLst>
              <a:gd name="adj" fmla="val 50000"/>
            </a:avLst>
          </a:prstGeom>
          <a:solidFill>
            <a:srgbClr val="36D399">
              <a:alpha val="14000"/>
            </a:srgbClr>
          </a:solidFill>
          <a:ln/>
        </p:spPr>
      </p:sp>
      <p:sp>
        <p:nvSpPr>
          <p:cNvPr id="313" name="Text 271"/>
          <p:cNvSpPr/>
          <p:nvPr/>
        </p:nvSpPr>
        <p:spPr>
          <a:xfrm>
            <a:off x="11614755" y="8186779"/>
            <a:ext cx="689997" cy="1713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36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COOP/COEP</a:t>
            </a:r>
            <a:endParaRPr lang="en-US" sz="750" dirty="0"/>
          </a:p>
        </p:txBody>
      </p:sp>
      <p:sp>
        <p:nvSpPr>
          <p:cNvPr id="314" name="Text 272"/>
          <p:cNvSpPr/>
          <p:nvPr/>
        </p:nvSpPr>
        <p:spPr>
          <a:xfrm>
            <a:off x="12478107" y="8186779"/>
            <a:ext cx="717828" cy="1713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F4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WARNINGS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2026-06-18T16:56:29Z</dcterms:created>
  <dcterms:modified xsi:type="dcterms:W3CDTF">2026-06-18T16:56:29Z</dcterms:modified>
</cp:coreProperties>
</file>